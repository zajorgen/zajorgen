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124057D3.xml" ContentType="application/vnd.ms-powerpoint.comments+xml"/>
  <Override PartName="/ppt/comments/modernComment_105_D718DE7B.xml" ContentType="application/vnd.ms-powerpoint.comments+xml"/>
  <Override PartName="/ppt/comments/modernComment_102_6F769633.xml" ContentType="application/vnd.ms-powerpoint.comments+xml"/>
  <Override PartName="/ppt/comments/modernComment_104_D44E0CF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58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B1AF2F-43B9-2985-91A0-7D6EF6B83DA7}" name="Morgan Weyland" initials="MW" userId="k3mhHPYLB0kIvJt5WIzCs7SWPinsGNSnK2CCt6zZ+UQ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03A94-6691-4B86-88AB-52F67B374B41}" v="66" dt="2026-03-31T22:25:53.662"/>
    <p1510:client id="{A7BF8ADA-5BA9-4048-9662-0BD2A9E47DA5}" v="2" dt="2026-03-31T22:19:53.786"/>
    <p1510:client id="{AC63EFA1-40D6-4DFB-8C5E-25664EFFF5A2}" v="109" dt="2026-04-01T00:44:28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Weber" userId="+Nt5mOzqyJkN9zPYrNstmqpQgHQC3Y6LISfGwW0PGX0=" providerId="None" clId="Web-{BA3F2906-839C-4BB2-93AD-8E1DB618F5F4}"/>
    <pc:docChg chg="modSld">
      <pc:chgData name="Gavin Weber" userId="+Nt5mOzqyJkN9zPYrNstmqpQgHQC3Y6LISfGwW0PGX0=" providerId="None" clId="Web-{BA3F2906-839C-4BB2-93AD-8E1DB618F5F4}" dt="2026-03-28T20:02:10.894" v="17" actId="20577"/>
      <pc:docMkLst>
        <pc:docMk/>
      </pc:docMkLst>
      <pc:sldChg chg="modSp">
        <pc:chgData name="Gavin Weber" userId="+Nt5mOzqyJkN9zPYrNstmqpQgHQC3Y6LISfGwW0PGX0=" providerId="None" clId="Web-{BA3F2906-839C-4BB2-93AD-8E1DB618F5F4}" dt="2026-03-28T20:02:10.894" v="17" actId="20577"/>
        <pc:sldMkLst>
          <pc:docMk/>
          <pc:sldMk cId="3608731259" sldId="261"/>
        </pc:sldMkLst>
        <pc:spChg chg="mod">
          <ac:chgData name="Gavin Weber" userId="+Nt5mOzqyJkN9zPYrNstmqpQgHQC3Y6LISfGwW0PGX0=" providerId="None" clId="Web-{BA3F2906-839C-4BB2-93AD-8E1DB618F5F4}" dt="2026-03-28T20:00:45.938" v="0" actId="20577"/>
          <ac:spMkLst>
            <pc:docMk/>
            <pc:sldMk cId="3608731259" sldId="261"/>
            <ac:spMk id="3" creationId="{C570EE55-2713-B68D-0D91-3EB677B9C581}"/>
          </ac:spMkLst>
        </pc:spChg>
        <pc:spChg chg="mod">
          <ac:chgData name="Gavin Weber" userId="+Nt5mOzqyJkN9zPYrNstmqpQgHQC3Y6LISfGwW0PGX0=" providerId="None" clId="Web-{BA3F2906-839C-4BB2-93AD-8E1DB618F5F4}" dt="2026-03-28T20:02:10.894" v="17" actId="20577"/>
          <ac:spMkLst>
            <pc:docMk/>
            <pc:sldMk cId="3608731259" sldId="261"/>
            <ac:spMk id="6" creationId="{EE7E2915-DB3D-A808-F106-B4C0BE80B823}"/>
          </ac:spMkLst>
        </pc:spChg>
      </pc:sldChg>
    </pc:docChg>
  </pc:docChgLst>
  <pc:docChgLst>
    <pc:chgData name="Evan Esplin" userId="iDxHoP9LHooGJMLGBP8iJC1qgKlXE7PPeNkq8w/5mgk=" providerId="None" clId="Web-{1682AC9E-430C-4AAA-A1A0-3EB4A5ECBC14}"/>
    <pc:docChg chg="modSld sldOrd">
      <pc:chgData name="Evan Esplin" userId="iDxHoP9LHooGJMLGBP8iJC1qgKlXE7PPeNkq8w/5mgk=" providerId="None" clId="Web-{1682AC9E-430C-4AAA-A1A0-3EB4A5ECBC14}" dt="2026-03-26T23:17:17.056" v="655" actId="20577"/>
      <pc:docMkLst>
        <pc:docMk/>
      </pc:docMkLst>
      <pc:sldChg chg="addSp modSp">
        <pc:chgData name="Evan Esplin" userId="iDxHoP9LHooGJMLGBP8iJC1qgKlXE7PPeNkq8w/5mgk=" providerId="None" clId="Web-{1682AC9E-430C-4AAA-A1A0-3EB4A5ECBC14}" dt="2026-03-26T23:17:17.056" v="655" actId="20577"/>
        <pc:sldMkLst>
          <pc:docMk/>
          <pc:sldMk cId="306206675" sldId="256"/>
        </pc:sldMkLst>
        <pc:spChg chg="add mod">
          <ac:chgData name="Evan Esplin" userId="iDxHoP9LHooGJMLGBP8iJC1qgKlXE7PPeNkq8w/5mgk=" providerId="None" clId="Web-{1682AC9E-430C-4AAA-A1A0-3EB4A5ECBC14}" dt="2026-03-26T23:17:17.056" v="655" actId="20577"/>
          <ac:spMkLst>
            <pc:docMk/>
            <pc:sldMk cId="306206675" sldId="256"/>
            <ac:spMk id="4" creationId="{A282E63F-C272-63F2-6C2B-DBE3F3538787}"/>
          </ac:spMkLst>
        </pc:spChg>
      </pc:sldChg>
      <pc:sldChg chg="modSp ord">
        <pc:chgData name="Evan Esplin" userId="iDxHoP9LHooGJMLGBP8iJC1qgKlXE7PPeNkq8w/5mgk=" providerId="None" clId="Web-{1682AC9E-430C-4AAA-A1A0-3EB4A5ECBC14}" dt="2026-03-26T22:43:09.976" v="204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1682AC9E-430C-4AAA-A1A0-3EB4A5ECBC14}" dt="2026-03-26T22:43:09.976" v="204" actId="20577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Evan Esplin" userId="iDxHoP9LHooGJMLGBP8iJC1qgKlXE7PPeNkq8w/5mgk=" providerId="None" clId="Web-{AC63EFA1-40D6-4DFB-8C5E-25664EFFF5A2}"/>
    <pc:docChg chg="modSld">
      <pc:chgData name="Evan Esplin" userId="iDxHoP9LHooGJMLGBP8iJC1qgKlXE7PPeNkq8w/5mgk=" providerId="None" clId="Web-{AC63EFA1-40D6-4DFB-8C5E-25664EFFF5A2}" dt="2026-03-31T22:38:53.905" v="103" actId="20577"/>
      <pc:docMkLst>
        <pc:docMk/>
      </pc:docMkLst>
      <pc:sldChg chg="modSp">
        <pc:chgData name="Evan Esplin" userId="iDxHoP9LHooGJMLGBP8iJC1qgKlXE7PPeNkq8w/5mgk=" providerId="None" clId="Web-{AC63EFA1-40D6-4DFB-8C5E-25664EFFF5A2}" dt="2026-03-31T22:38:53.905" v="103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AC63EFA1-40D6-4DFB-8C5E-25664EFFF5A2}" dt="2026-03-31T22:38:53.905" v="103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">
        <pc:chgData name="Evan Esplin" userId="iDxHoP9LHooGJMLGBP8iJC1qgKlXE7PPeNkq8w/5mgk=" providerId="None" clId="Web-{AC63EFA1-40D6-4DFB-8C5E-25664EFFF5A2}" dt="2026-03-31T22:25:37.337" v="87" actId="1076"/>
        <pc:sldMkLst>
          <pc:docMk/>
          <pc:sldMk cId="3589545681" sldId="263"/>
        </pc:sldMkLst>
        <pc:spChg chg="mod">
          <ac:chgData name="Evan Esplin" userId="iDxHoP9LHooGJMLGBP8iJC1qgKlXE7PPeNkq8w/5mgk=" providerId="None" clId="Web-{AC63EFA1-40D6-4DFB-8C5E-25664EFFF5A2}" dt="2026-03-31T22:25:37.337" v="87" actId="1076"/>
          <ac:spMkLst>
            <pc:docMk/>
            <pc:sldMk cId="3589545681" sldId="263"/>
            <ac:spMk id="2" creationId="{48C3109D-2A8B-7799-E015-276733B73783}"/>
          </ac:spMkLst>
        </pc:spChg>
        <pc:spChg chg="mod">
          <ac:chgData name="Evan Esplin" userId="iDxHoP9LHooGJMLGBP8iJC1qgKlXE7PPeNkq8w/5mgk=" providerId="None" clId="Web-{AC63EFA1-40D6-4DFB-8C5E-25664EFFF5A2}" dt="2026-03-31T22:23:31.539" v="44" actId="14100"/>
          <ac:spMkLst>
            <pc:docMk/>
            <pc:sldMk cId="3589545681" sldId="263"/>
            <ac:spMk id="3" creationId="{9EB9898C-F5AD-BCCF-FA38-CE84B099EC83}"/>
          </ac:spMkLst>
        </pc:spChg>
        <pc:spChg chg="add del mod">
          <ac:chgData name="Evan Esplin" userId="iDxHoP9LHooGJMLGBP8iJC1qgKlXE7PPeNkq8w/5mgk=" providerId="None" clId="Web-{AC63EFA1-40D6-4DFB-8C5E-25664EFFF5A2}" dt="2026-03-31T22:22:19.116" v="16"/>
          <ac:spMkLst>
            <pc:docMk/>
            <pc:sldMk cId="3589545681" sldId="263"/>
            <ac:spMk id="4" creationId="{33C8F0D1-7BB5-B73C-54A6-E675B82914A6}"/>
          </ac:spMkLst>
        </pc:spChg>
        <pc:spChg chg="add mod ord">
          <ac:chgData name="Evan Esplin" userId="iDxHoP9LHooGJMLGBP8iJC1qgKlXE7PPeNkq8w/5mgk=" providerId="None" clId="Web-{AC63EFA1-40D6-4DFB-8C5E-25664EFFF5A2}" dt="2026-03-31T22:22:56.147" v="21"/>
          <ac:spMkLst>
            <pc:docMk/>
            <pc:sldMk cId="3589545681" sldId="263"/>
            <ac:spMk id="6" creationId="{C714C08D-A789-0ADA-FA0A-FDA5CA7966D9}"/>
          </ac:spMkLst>
        </pc:spChg>
      </pc:sldChg>
    </pc:docChg>
  </pc:docChgLst>
  <pc:docChgLst>
    <pc:chgData name="Evan Esplin" userId="iDxHoP9LHooGJMLGBP8iJC1qgKlXE7PPeNkq8w/5mgk=" providerId="None" clId="Web-{2593CB08-37B9-4E86-BEF4-B326DC00470D}"/>
    <pc:docChg chg="modSld">
      <pc:chgData name="Evan Esplin" userId="iDxHoP9LHooGJMLGBP8iJC1qgKlXE7PPeNkq8w/5mgk=" providerId="None" clId="Web-{2593CB08-37B9-4E86-BEF4-B326DC00470D}" dt="2026-03-26T23:20:00.678" v="20" actId="14100"/>
      <pc:docMkLst>
        <pc:docMk/>
      </pc:docMkLst>
      <pc:sldChg chg="modSp">
        <pc:chgData name="Evan Esplin" userId="iDxHoP9LHooGJMLGBP8iJC1qgKlXE7PPeNkq8w/5mgk=" providerId="None" clId="Web-{2593CB08-37B9-4E86-BEF4-B326DC00470D}" dt="2026-03-26T23:18:36.073" v="19" actId="20577"/>
        <pc:sldMkLst>
          <pc:docMk/>
          <pc:sldMk cId="306206675" sldId="256"/>
        </pc:sldMkLst>
        <pc:spChg chg="mod">
          <ac:chgData name="Evan Esplin" userId="iDxHoP9LHooGJMLGBP8iJC1qgKlXE7PPeNkq8w/5mgk=" providerId="None" clId="Web-{2593CB08-37B9-4E86-BEF4-B326DC00470D}" dt="2026-03-26T23:18:36.073" v="19" actId="20577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Evan Esplin" userId="iDxHoP9LHooGJMLGBP8iJC1qgKlXE7PPeNkq8w/5mgk=" providerId="None" clId="Web-{2593CB08-37B9-4E86-BEF4-B326DC00470D}" dt="2026-03-26T23:20:00.678" v="20" actId="14100"/>
        <pc:sldMkLst>
          <pc:docMk/>
          <pc:sldMk cId="1870042675" sldId="258"/>
        </pc:sldMkLst>
      </pc:sldChg>
    </pc:docChg>
  </pc:docChgLst>
  <pc:docChgLst>
    <pc:chgData name="Gavin Weber" userId="+Nt5mOzqyJkN9zPYrNstmqpQgHQC3Y6LISfGwW0PGX0=" providerId="None" clId="Web-{05C4FEA1-2D63-48D8-A053-0341717FD11F}"/>
    <pc:docChg chg="modSld">
      <pc:chgData name="Gavin Weber" userId="+Nt5mOzqyJkN9zPYrNstmqpQgHQC3Y6LISfGwW0PGX0=" providerId="None" clId="Web-{05C4FEA1-2D63-48D8-A053-0341717FD11F}" dt="2026-03-26T23:15:52.272" v="178"/>
      <pc:docMkLst>
        <pc:docMk/>
      </pc:docMkLst>
      <pc:sldChg chg="addSp delSp modSp">
        <pc:chgData name="Gavin Weber" userId="+Nt5mOzqyJkN9zPYrNstmqpQgHQC3Y6LISfGwW0PGX0=" providerId="None" clId="Web-{05C4FEA1-2D63-48D8-A053-0341717FD11F}" dt="2026-03-26T23:05:54.641" v="172" actId="1076"/>
        <pc:sldMkLst>
          <pc:docMk/>
          <pc:sldMk cId="306206675" sldId="256"/>
        </pc:sldMkLst>
        <pc:spChg chg="mod">
          <ac:chgData name="Gavin Weber" userId="+Nt5mOzqyJkN9zPYrNstmqpQgHQC3Y6LISfGwW0PGX0=" providerId="None" clId="Web-{05C4FEA1-2D63-48D8-A053-0341717FD11F}" dt="2026-03-26T23:05:54.641" v="172" actId="1076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Gavin Weber" userId="+Nt5mOzqyJkN9zPYrNstmqpQgHQC3Y6LISfGwW0PGX0=" providerId="None" clId="Web-{05C4FEA1-2D63-48D8-A053-0341717FD11F}" dt="2026-03-26T23:02:55.496" v="148" actId="20577"/>
        <pc:sldMkLst>
          <pc:docMk/>
          <pc:sldMk cId="1870042675" sldId="258"/>
        </pc:sldMkLst>
      </pc:sldChg>
      <pc:sldChg chg="delSp modSp">
        <pc:chgData name="Gavin Weber" userId="+Nt5mOzqyJkN9zPYrNstmqpQgHQC3Y6LISfGwW0PGX0=" providerId="None" clId="Web-{05C4FEA1-2D63-48D8-A053-0341717FD11F}" dt="2026-03-26T23:15:52.272" v="178"/>
        <pc:sldMkLst>
          <pc:docMk/>
          <pc:sldMk cId="2157096902" sldId="262"/>
        </pc:sldMkLst>
        <pc:spChg chg="mod ord">
          <ac:chgData name="Gavin Weber" userId="+Nt5mOzqyJkN9zPYrNstmqpQgHQC3Y6LISfGwW0PGX0=" providerId="None" clId="Web-{05C4FEA1-2D63-48D8-A053-0341717FD11F}" dt="2026-03-26T23:06:43.300" v="177" actId="14100"/>
          <ac:spMkLst>
            <pc:docMk/>
            <pc:sldMk cId="2157096902" sldId="262"/>
            <ac:spMk id="3" creationId="{CD3F2A17-D0B2-A41F-3289-BAB3386A9643}"/>
          </ac:spMkLst>
        </pc:spChg>
        <pc:picChg chg="mod">
          <ac:chgData name="Gavin Weber" userId="+Nt5mOzqyJkN9zPYrNstmqpQgHQC3Y6LISfGwW0PGX0=" providerId="None" clId="Web-{05C4FEA1-2D63-48D8-A053-0341717FD11F}" dt="2026-03-26T23:06:21.674" v="173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05C4FEA1-2D63-48D8-A053-0341717FD11F}" dt="2026-03-26T23:02:28.463" v="119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Evan Esplin" userId="iDxHoP9LHooGJMLGBP8iJC1qgKlXE7PPeNkq8w/5mgk=" providerId="None" clId="Web-{2EACE36C-DE4D-4484-A725-693AD596377A}"/>
    <pc:docChg chg="modSld">
      <pc:chgData name="Evan Esplin" userId="iDxHoP9LHooGJMLGBP8iJC1qgKlXE7PPeNkq8w/5mgk=" providerId="None" clId="Web-{2EACE36C-DE4D-4484-A725-693AD596377A}" dt="2026-03-20T18:12:55.321" v="799"/>
      <pc:docMkLst>
        <pc:docMk/>
      </pc:docMkLst>
      <pc:sldChg chg="addSp delSp modSp">
        <pc:chgData name="Evan Esplin" userId="iDxHoP9LHooGJMLGBP8iJC1qgKlXE7PPeNkq8w/5mgk=" providerId="None" clId="Web-{2EACE36C-DE4D-4484-A725-693AD596377A}" dt="2026-03-20T18:12:55.321" v="799"/>
        <pc:sldMkLst>
          <pc:docMk/>
          <pc:sldMk cId="306206675" sldId="256"/>
        </pc:sldMkLst>
        <pc:spChg chg="mod">
          <ac:chgData name="Evan Esplin" userId="iDxHoP9LHooGJMLGBP8iJC1qgKlXE7PPeNkq8w/5mgk=" providerId="None" clId="Web-{2EACE36C-DE4D-4484-A725-693AD596377A}" dt="2026-03-20T17:41:18.969" v="4" actId="1076"/>
          <ac:spMkLst>
            <pc:docMk/>
            <pc:sldMk cId="306206675" sldId="256"/>
            <ac:spMk id="2" creationId="{577DE8E9-0D57-724A-17D9-F5EDFEC6A893}"/>
          </ac:spMkLst>
        </pc:spChg>
      </pc:sldChg>
      <pc:sldChg chg="addSp modSp">
        <pc:chgData name="Evan Esplin" userId="iDxHoP9LHooGJMLGBP8iJC1qgKlXE7PPeNkq8w/5mgk=" providerId="None" clId="Web-{2EACE36C-DE4D-4484-A725-693AD596377A}" dt="2026-03-20T18:11:00.899" v="797" actId="1076"/>
        <pc:sldMkLst>
          <pc:docMk/>
          <pc:sldMk cId="1870042675" sldId="258"/>
        </pc:sldMkLst>
        <pc:spChg chg="mod">
          <ac:chgData name="Evan Esplin" userId="iDxHoP9LHooGJMLGBP8iJC1qgKlXE7PPeNkq8w/5mgk=" providerId="None" clId="Web-{2EACE36C-DE4D-4484-A725-693AD596377A}" dt="2026-03-20T18:04:29.178" v="783" actId="20577"/>
          <ac:spMkLst>
            <pc:docMk/>
            <pc:sldMk cId="1870042675" sldId="258"/>
            <ac:spMk id="2" creationId="{765CEDE6-800C-09A5-610C-BF31C1F50B8A}"/>
          </ac:spMkLst>
        </pc:spChg>
      </pc:sldChg>
      <pc:sldChg chg="addSp delSp modSp">
        <pc:chgData name="Evan Esplin" userId="iDxHoP9LHooGJMLGBP8iJC1qgKlXE7PPeNkq8w/5mgk=" providerId="None" clId="Web-{2EACE36C-DE4D-4484-A725-693AD596377A}" dt="2026-03-20T17:57:56.365" v="676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2EACE36C-DE4D-4484-A725-693AD596377A}" dt="2026-03-20T17:53:21.535" v="372" actId="14100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Gavin Weber" userId="+Nt5mOzqyJkN9zPYrNstmqpQgHQC3Y6LISfGwW0PGX0=" providerId="None" clId="Web-{29D129B0-7388-4EAA-80C8-1FF9F314A97C}"/>
    <pc:docChg chg="modSld">
      <pc:chgData name="Gavin Weber" userId="+Nt5mOzqyJkN9zPYrNstmqpQgHQC3Y6LISfGwW0PGX0=" providerId="None" clId="Web-{29D129B0-7388-4EAA-80C8-1FF9F314A97C}" dt="2026-03-26T22:58:02.508" v="30" actId="20577"/>
      <pc:docMkLst>
        <pc:docMk/>
      </pc:docMkLst>
      <pc:sldChg chg="addSp delSp modSp">
        <pc:chgData name="Gavin Weber" userId="+Nt5mOzqyJkN9zPYrNstmqpQgHQC3Y6LISfGwW0PGX0=" providerId="None" clId="Web-{29D129B0-7388-4EAA-80C8-1FF9F314A97C}" dt="2026-03-26T22:58:02.508" v="30" actId="20577"/>
        <pc:sldMkLst>
          <pc:docMk/>
          <pc:sldMk cId="2157096902" sldId="262"/>
        </pc:sldMkLst>
        <pc:spChg chg="mod">
          <ac:chgData name="Gavin Weber" userId="+Nt5mOzqyJkN9zPYrNstmqpQgHQC3Y6LISfGwW0PGX0=" providerId="None" clId="Web-{29D129B0-7388-4EAA-80C8-1FF9F314A97C}" dt="2026-03-26T22:58:02.508" v="30" actId="20577"/>
          <ac:spMkLst>
            <pc:docMk/>
            <pc:sldMk cId="2157096902" sldId="262"/>
            <ac:spMk id="3" creationId="{CD3F2A17-D0B2-A41F-3289-BAB3386A9643}"/>
          </ac:spMkLst>
        </pc:spChg>
        <pc:picChg chg="add mod">
          <ac:chgData name="Gavin Weber" userId="+Nt5mOzqyJkN9zPYrNstmqpQgHQC3Y6LISfGwW0PGX0=" providerId="None" clId="Web-{29D129B0-7388-4EAA-80C8-1FF9F314A97C}" dt="2026-03-26T22:56:05.491" v="5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29D129B0-7388-4EAA-80C8-1FF9F314A97C}" dt="2026-03-26T22:56:16.397" v="9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Gavin Weber" userId="+Nt5mOzqyJkN9zPYrNstmqpQgHQC3Y6LISfGwW0PGX0=" providerId="None" clId="Web-{96C7C786-7227-47F2-A7FA-F09EC534C529}"/>
    <pc:docChg chg="modSld">
      <pc:chgData name="Gavin Weber" userId="+Nt5mOzqyJkN9zPYrNstmqpQgHQC3Y6LISfGwW0PGX0=" providerId="None" clId="Web-{96C7C786-7227-47F2-A7FA-F09EC534C529}" dt="2026-03-20T18:18:24.082" v="33" actId="20577"/>
      <pc:docMkLst>
        <pc:docMk/>
      </pc:docMkLst>
      <pc:sldChg chg="addSp delSp modSp">
        <pc:chgData name="Gavin Weber" userId="+Nt5mOzqyJkN9zPYrNstmqpQgHQC3Y6LISfGwW0PGX0=" providerId="None" clId="Web-{96C7C786-7227-47F2-A7FA-F09EC534C529}" dt="2026-03-20T17:46:40.803" v="0"/>
        <pc:sldMkLst>
          <pc:docMk/>
          <pc:sldMk cId="1870042675" sldId="258"/>
        </pc:sldMkLst>
      </pc:sldChg>
    </pc:docChg>
  </pc:docChgLst>
  <pc:docChgLst>
    <pc:chgData name="Gavin Weber" userId="+Nt5mOzqyJkN9zPYrNstmqpQgHQC3Y6LISfGwW0PGX0=" providerId="None" clId="Web-{482A0526-E150-4EDD-8831-F4FC2D2DE73A}"/>
    <pc:docChg chg="addSld delSld modSld sldOrd">
      <pc:chgData name="Gavin Weber" userId="+Nt5mOzqyJkN9zPYrNstmqpQgHQC3Y6LISfGwW0PGX0=" providerId="None" clId="Web-{482A0526-E150-4EDD-8831-F4FC2D2DE73A}" dt="2026-03-26T22:10:45.451" v="779" actId="1076"/>
      <pc:docMkLst>
        <pc:docMk/>
      </pc:docMkLst>
      <pc:sldChg chg="addSp delSp modSp">
        <pc:chgData name="Gavin Weber" userId="+Nt5mOzqyJkN9zPYrNstmqpQgHQC3Y6LISfGwW0PGX0=" providerId="None" clId="Web-{482A0526-E150-4EDD-8831-F4FC2D2DE73A}" dt="2026-03-26T21:50:35.047" v="558"/>
        <pc:sldMkLst>
          <pc:docMk/>
          <pc:sldMk cId="306206675" sldId="256"/>
        </pc:sldMkLst>
        <pc:spChg chg="mod">
          <ac:chgData name="Gavin Weber" userId="+Nt5mOzqyJkN9zPYrNstmqpQgHQC3Y6LISfGwW0PGX0=" providerId="None" clId="Web-{482A0526-E150-4EDD-8831-F4FC2D2DE73A}" dt="2026-03-26T21:31:21.580" v="27" actId="1076"/>
          <ac:spMkLst>
            <pc:docMk/>
            <pc:sldMk cId="306206675" sldId="256"/>
            <ac:spMk id="2" creationId="{577DE8E9-0D57-724A-17D9-F5EDFEC6A893}"/>
          </ac:spMkLst>
        </pc:spChg>
      </pc:sldChg>
      <pc:sldChg chg="addSp delSp modSp">
        <pc:chgData name="Gavin Weber" userId="+Nt5mOzqyJkN9zPYrNstmqpQgHQC3Y6LISfGwW0PGX0=" providerId="None" clId="Web-{482A0526-E150-4EDD-8831-F4FC2D2DE73A}" dt="2026-03-26T22:08:56.980" v="763" actId="1076"/>
        <pc:sldMkLst>
          <pc:docMk/>
          <pc:sldMk cId="1870042675" sldId="258"/>
        </pc:sldMkLst>
        <pc:spChg chg="mod">
          <ac:chgData name="Gavin Weber" userId="+Nt5mOzqyJkN9zPYrNstmqpQgHQC3Y6LISfGwW0PGX0=" providerId="None" clId="Web-{482A0526-E150-4EDD-8831-F4FC2D2DE73A}" dt="2026-03-26T21:57:16.837" v="627" actId="1076"/>
          <ac:spMkLst>
            <pc:docMk/>
            <pc:sldMk cId="1870042675" sldId="258"/>
            <ac:spMk id="2" creationId="{765CEDE6-800C-09A5-610C-BF31C1F50B8A}"/>
          </ac:spMkLst>
        </pc:spChg>
        <pc:picChg chg="add mod ord">
          <ac:chgData name="Gavin Weber" userId="+Nt5mOzqyJkN9zPYrNstmqpQgHQC3Y6LISfGwW0PGX0=" providerId="None" clId="Web-{482A0526-E150-4EDD-8831-F4FC2D2DE73A}" dt="2026-03-26T22:08:29.026" v="740" actId="1076"/>
          <ac:picMkLst>
            <pc:docMk/>
            <pc:sldMk cId="1870042675" sldId="258"/>
            <ac:picMk id="7" creationId="{E02B032E-4DE8-2389-1E5A-2895BBD9C7F4}"/>
          </ac:picMkLst>
        </pc:picChg>
        <pc:picChg chg="add mod">
          <ac:chgData name="Gavin Weber" userId="+Nt5mOzqyJkN9zPYrNstmqpQgHQC3Y6LISfGwW0PGX0=" providerId="None" clId="Web-{482A0526-E150-4EDD-8831-F4FC2D2DE73A}" dt="2026-03-26T22:08:46.448" v="760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modSp ord">
        <pc:chgData name="Gavin Weber" userId="+Nt5mOzqyJkN9zPYrNstmqpQgHQC3Y6LISfGwW0PGX0=" providerId="None" clId="Web-{482A0526-E150-4EDD-8831-F4FC2D2DE73A}" dt="2026-03-26T21:54:03.287" v="578" actId="1076"/>
        <pc:sldMkLst>
          <pc:docMk/>
          <pc:sldMk cId="3561884919" sldId="260"/>
        </pc:sldMkLst>
        <pc:spChg chg="mod">
          <ac:chgData name="Gavin Weber" userId="+Nt5mOzqyJkN9zPYrNstmqpQgHQC3Y6LISfGwW0PGX0=" providerId="None" clId="Web-{482A0526-E150-4EDD-8831-F4FC2D2DE73A}" dt="2026-03-26T21:54:00.255" v="577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 new">
        <pc:chgData name="Gavin Weber" userId="+Nt5mOzqyJkN9zPYrNstmqpQgHQC3Y6LISfGwW0PGX0=" providerId="None" clId="Web-{482A0526-E150-4EDD-8831-F4FC2D2DE73A}" dt="2026-03-26T22:10:45.451" v="779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482A0526-E150-4EDD-8831-F4FC2D2DE73A}" dt="2026-03-26T21:54:57.022" v="600" actId="20577"/>
          <ac:spMkLst>
            <pc:docMk/>
            <pc:sldMk cId="2157096902" sldId="262"/>
            <ac:spMk id="2" creationId="{1F09F16B-3529-F984-4452-6A0C9CE779B7}"/>
          </ac:spMkLst>
        </pc:spChg>
      </pc:sldChg>
    </pc:docChg>
  </pc:docChgLst>
  <pc:docChgLst>
    <pc:chgData name="Morgan Weyland" userId="k3mhHPYLB0kIvJt5WIzCs7SWPinsGNSnK2CCt6zZ+UQ=" providerId="None" clId="Web-{59F03A94-6691-4B86-88AB-52F67B374B41}"/>
    <pc:docChg chg="modSld">
      <pc:chgData name="Morgan Weyland" userId="k3mhHPYLB0kIvJt5WIzCs7SWPinsGNSnK2CCt6zZ+UQ=" providerId="None" clId="Web-{59F03A94-6691-4B86-88AB-52F67B374B41}" dt="2026-03-31T22:25:53.662" v="56" actId="1076"/>
      <pc:docMkLst>
        <pc:docMk/>
      </pc:docMkLst>
      <pc:sldChg chg="addSp delSp modSp">
        <pc:chgData name="Morgan Weyland" userId="k3mhHPYLB0kIvJt5WIzCs7SWPinsGNSnK2CCt6zZ+UQ=" providerId="None" clId="Web-{59F03A94-6691-4B86-88AB-52F67B374B41}" dt="2026-03-31T22:25:53.662" v="56" actId="1076"/>
        <pc:sldMkLst>
          <pc:docMk/>
          <pc:sldMk cId="306206675" sldId="256"/>
        </pc:sldMkLst>
        <pc:spChg chg="mod">
          <ac:chgData name="Morgan Weyland" userId="k3mhHPYLB0kIvJt5WIzCs7SWPinsGNSnK2CCt6zZ+UQ=" providerId="None" clId="Web-{59F03A94-6691-4B86-88AB-52F67B374B41}" dt="2026-03-31T22:25:49.458" v="55" actId="1076"/>
          <ac:spMkLst>
            <pc:docMk/>
            <pc:sldMk cId="306206675" sldId="256"/>
            <ac:spMk id="2" creationId="{577DE8E9-0D57-724A-17D9-F5EDFEC6A893}"/>
          </ac:spMkLst>
        </pc:spChg>
        <pc:spChg chg="del">
          <ac:chgData name="Morgan Weyland" userId="k3mhHPYLB0kIvJt5WIzCs7SWPinsGNSnK2CCt6zZ+UQ=" providerId="None" clId="Web-{59F03A94-6691-4B86-88AB-52F67B374B41}" dt="2026-03-31T22:21:31.121" v="25"/>
          <ac:spMkLst>
            <pc:docMk/>
            <pc:sldMk cId="306206675" sldId="256"/>
            <ac:spMk id="3" creationId="{E977FE99-42E1-BE8E-BAD0-FFA7A392999F}"/>
          </ac:spMkLst>
        </pc:spChg>
        <pc:spChg chg="mod">
          <ac:chgData name="Morgan Weyland" userId="k3mhHPYLB0kIvJt5WIzCs7SWPinsGNSnK2CCt6zZ+UQ=" providerId="None" clId="Web-{59F03A94-6691-4B86-88AB-52F67B374B41}" dt="2026-03-31T22:25:53.662" v="56" actId="1076"/>
          <ac:spMkLst>
            <pc:docMk/>
            <pc:sldMk cId="306206675" sldId="256"/>
            <ac:spMk id="4" creationId="{A282E63F-C272-63F2-6C2B-DBE3F3538787}"/>
          </ac:spMkLst>
        </pc:spChg>
        <pc:spChg chg="add del mod">
          <ac:chgData name="Morgan Weyland" userId="k3mhHPYLB0kIvJt5WIzCs7SWPinsGNSnK2CCt6zZ+UQ=" providerId="None" clId="Web-{59F03A94-6691-4B86-88AB-52F67B374B41}" dt="2026-03-31T22:22:37.950" v="34"/>
          <ac:spMkLst>
            <pc:docMk/>
            <pc:sldMk cId="306206675" sldId="256"/>
            <ac:spMk id="6" creationId="{1AFEF68B-8AC1-7F16-4700-F9697CB88D77}"/>
          </ac:spMkLst>
        </pc:spChg>
        <pc:spChg chg="del">
          <ac:chgData name="Morgan Weyland" userId="k3mhHPYLB0kIvJt5WIzCs7SWPinsGNSnK2CCt6zZ+UQ=" providerId="None" clId="Web-{59F03A94-6691-4B86-88AB-52F67B374B41}" dt="2026-03-31T22:22:32.497" v="33"/>
          <ac:spMkLst>
            <pc:docMk/>
            <pc:sldMk cId="306206675" sldId="256"/>
            <ac:spMk id="7" creationId="{89804EC9-594A-ECB8-55D2-35FEF2F5692B}"/>
          </ac:spMkLst>
        </pc:spChg>
        <pc:spChg chg="add mod ord">
          <ac:chgData name="Morgan Weyland" userId="k3mhHPYLB0kIvJt5WIzCs7SWPinsGNSnK2CCt6zZ+UQ=" providerId="None" clId="Web-{59F03A94-6691-4B86-88AB-52F67B374B41}" dt="2026-03-31T22:25:44.880" v="54"/>
          <ac:spMkLst>
            <pc:docMk/>
            <pc:sldMk cId="306206675" sldId="256"/>
            <ac:spMk id="8" creationId="{B1F44445-1914-DF54-DA20-4DBF5AA3C2E0}"/>
          </ac:spMkLst>
        </pc:spChg>
      </pc:sldChg>
      <pc:sldChg chg="modSp">
        <pc:chgData name="Morgan Weyland" userId="k3mhHPYLB0kIvJt5WIzCs7SWPinsGNSnK2CCt6zZ+UQ=" providerId="None" clId="Web-{59F03A94-6691-4B86-88AB-52F67B374B41}" dt="2026-03-31T21:52:01.328" v="12" actId="1076"/>
        <pc:sldMkLst>
          <pc:docMk/>
          <pc:sldMk cId="2157096902" sldId="262"/>
        </pc:sldMkLst>
        <pc:spChg chg="mod">
          <ac:chgData name="Morgan Weyland" userId="k3mhHPYLB0kIvJt5WIzCs7SWPinsGNSnK2CCt6zZ+UQ=" providerId="None" clId="Web-{59F03A94-6691-4B86-88AB-52F67B374B41}" dt="2026-03-31T21:52:01.328" v="12" actId="1076"/>
          <ac:spMkLst>
            <pc:docMk/>
            <pc:sldMk cId="2157096902" sldId="262"/>
            <ac:spMk id="3" creationId="{CD3F2A17-D0B2-A41F-3289-BAB3386A9643}"/>
          </ac:spMkLst>
        </pc:spChg>
      </pc:sldChg>
    </pc:docChg>
  </pc:docChgLst>
  <pc:docChgLst>
    <pc:chgData name="Evan Esplin" userId="iDxHoP9LHooGJMLGBP8iJC1qgKlXE7PPeNkq8w/5mgk=" providerId="None" clId="Web-{221D23E5-8577-4633-8382-5E9F209AA731}"/>
    <pc:docChg chg="modSld">
      <pc:chgData name="Evan Esplin" userId="iDxHoP9LHooGJMLGBP8iJC1qgKlXE7PPeNkq8w/5mgk=" providerId="None" clId="Web-{221D23E5-8577-4633-8382-5E9F209AA731}" dt="2026-03-26T23:50:39.986" v="496" actId="20577"/>
      <pc:docMkLst>
        <pc:docMk/>
      </pc:docMkLst>
      <pc:sldChg chg="modSp">
        <pc:chgData name="Evan Esplin" userId="iDxHoP9LHooGJMLGBP8iJC1qgKlXE7PPeNkq8w/5mgk=" providerId="None" clId="Web-{221D23E5-8577-4633-8382-5E9F209AA731}" dt="2026-03-26T23:50:26.001" v="488" actId="1076"/>
        <pc:sldMkLst>
          <pc:docMk/>
          <pc:sldMk cId="1870042675" sldId="258"/>
        </pc:sldMkLst>
        <pc:spChg chg="mod">
          <ac:chgData name="Evan Esplin" userId="iDxHoP9LHooGJMLGBP8iJC1qgKlXE7PPeNkq8w/5mgk=" providerId="None" clId="Web-{221D23E5-8577-4633-8382-5E9F209AA731}" dt="2026-03-26T23:48:37.603" v="487" actId="1076"/>
          <ac:spMkLst>
            <pc:docMk/>
            <pc:sldMk cId="1870042675" sldId="258"/>
            <ac:spMk id="2" creationId="{765CEDE6-800C-09A5-610C-BF31C1F50B8A}"/>
          </ac:spMkLst>
        </pc:spChg>
        <pc:picChg chg="mod">
          <ac:chgData name="Evan Esplin" userId="iDxHoP9LHooGJMLGBP8iJC1qgKlXE7PPeNkq8w/5mgk=" providerId="None" clId="Web-{221D23E5-8577-4633-8382-5E9F209AA731}" dt="2026-03-26T23:50:26.001" v="488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modSp">
        <pc:chgData name="Evan Esplin" userId="iDxHoP9LHooGJMLGBP8iJC1qgKlXE7PPeNkq8w/5mgk=" providerId="None" clId="Web-{221D23E5-8577-4633-8382-5E9F209AA731}" dt="2026-03-26T23:50:39.986" v="496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221D23E5-8577-4633-8382-5E9F209AA731}" dt="2026-03-26T23:50:39.986" v="496" actId="20577"/>
          <ac:spMkLst>
            <pc:docMk/>
            <pc:sldMk cId="3561884919" sldId="260"/>
            <ac:spMk id="2" creationId="{A9FFCA8F-F51B-28E4-AD62-BAC0D3CAABF6}"/>
          </ac:spMkLst>
        </pc:spChg>
      </pc:sldChg>
      <pc:sldChg chg="modSp">
        <pc:chgData name="Evan Esplin" userId="iDxHoP9LHooGJMLGBP8iJC1qgKlXE7PPeNkq8w/5mgk=" providerId="None" clId="Web-{221D23E5-8577-4633-8382-5E9F209AA731}" dt="2026-03-26T23:47:52.584" v="469" actId="1076"/>
        <pc:sldMkLst>
          <pc:docMk/>
          <pc:sldMk cId="3608731259" sldId="261"/>
        </pc:sldMkLst>
        <pc:spChg chg="mod">
          <ac:chgData name="Evan Esplin" userId="iDxHoP9LHooGJMLGBP8iJC1qgKlXE7PPeNkq8w/5mgk=" providerId="None" clId="Web-{221D23E5-8577-4633-8382-5E9F209AA731}" dt="2026-03-26T23:27:26.130" v="15" actId="20577"/>
          <ac:spMkLst>
            <pc:docMk/>
            <pc:sldMk cId="3608731259" sldId="261"/>
            <ac:spMk id="3" creationId="{C570EE55-2713-B68D-0D91-3EB677B9C581}"/>
          </ac:spMkLst>
        </pc:spChg>
        <pc:spChg chg="mod">
          <ac:chgData name="Evan Esplin" userId="iDxHoP9LHooGJMLGBP8iJC1qgKlXE7PPeNkq8w/5mgk=" providerId="None" clId="Web-{221D23E5-8577-4633-8382-5E9F209AA731}" dt="2026-03-26T23:47:52.584" v="469" actId="1076"/>
          <ac:spMkLst>
            <pc:docMk/>
            <pc:sldMk cId="3608731259" sldId="261"/>
            <ac:spMk id="4" creationId="{0A120DB8-0472-2CA7-5476-1C1386EE6B06}"/>
          </ac:spMkLst>
        </pc:spChg>
        <pc:spChg chg="mod">
          <ac:chgData name="Evan Esplin" userId="iDxHoP9LHooGJMLGBP8iJC1qgKlXE7PPeNkq8w/5mgk=" providerId="None" clId="Web-{221D23E5-8577-4633-8382-5E9F209AA731}" dt="2026-03-26T23:27:48.693" v="20" actId="20577"/>
          <ac:spMkLst>
            <pc:docMk/>
            <pc:sldMk cId="3608731259" sldId="261"/>
            <ac:spMk id="6" creationId="{EE7E2915-DB3D-A808-F106-B4C0BE80B823}"/>
          </ac:spMkLst>
        </pc:spChg>
      </pc:sldChg>
    </pc:docChg>
  </pc:docChgLst>
  <pc:docChgLst>
    <pc:chgData name="Gavin Weber" userId="+Nt5mOzqyJkN9zPYrNstmqpQgHQC3Y6LISfGwW0PGX0=" providerId="None" clId="Web-{34361A39-F237-4482-9320-CC3491D9195C}"/>
    <pc:docChg chg="modSld">
      <pc:chgData name="Gavin Weber" userId="+Nt5mOzqyJkN9zPYrNstmqpQgHQC3Y6LISfGwW0PGX0=" providerId="None" clId="Web-{34361A39-F237-4482-9320-CC3491D9195C}" dt="2026-03-27T00:35:26.879" v="56" actId="20577"/>
      <pc:docMkLst>
        <pc:docMk/>
      </pc:docMkLst>
      <pc:sldChg chg="modSp">
        <pc:chgData name="Gavin Weber" userId="+Nt5mOzqyJkN9zPYrNstmqpQgHQC3Y6LISfGwW0PGX0=" providerId="None" clId="Web-{34361A39-F237-4482-9320-CC3491D9195C}" dt="2026-03-27T00:35:26.879" v="56" actId="20577"/>
        <pc:sldMkLst>
          <pc:docMk/>
          <pc:sldMk cId="3561884919" sldId="260"/>
        </pc:sldMkLst>
        <pc:spChg chg="mod">
          <ac:chgData name="Gavin Weber" userId="+Nt5mOzqyJkN9zPYrNstmqpQgHQC3Y6LISfGwW0PGX0=" providerId="None" clId="Web-{34361A39-F237-4482-9320-CC3491D9195C}" dt="2026-03-27T00:35:26.879" v="56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modSp">
        <pc:chgData name="Gavin Weber" userId="+Nt5mOzqyJkN9zPYrNstmqpQgHQC3Y6LISfGwW0PGX0=" providerId="None" clId="Web-{34361A39-F237-4482-9320-CC3491D9195C}" dt="2026-03-27T00:34:54.285" v="55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34361A39-F237-4482-9320-CC3491D9195C}" dt="2026-03-27T00:34:54.285" v="55" actId="1076"/>
          <ac:spMkLst>
            <pc:docMk/>
            <pc:sldMk cId="2157096902" sldId="262"/>
            <ac:spMk id="3" creationId="{CD3F2A17-D0B2-A41F-3289-BAB3386A9643}"/>
          </ac:spMkLst>
        </pc:spChg>
        <pc:spChg chg="mod">
          <ac:chgData name="Gavin Weber" userId="+Nt5mOzqyJkN9zPYrNstmqpQgHQC3Y6LISfGwW0PGX0=" providerId="None" clId="Web-{34361A39-F237-4482-9320-CC3491D9195C}" dt="2026-03-27T00:28:26.204" v="13" actId="14100"/>
          <ac:spMkLst>
            <pc:docMk/>
            <pc:sldMk cId="2157096902" sldId="262"/>
            <ac:spMk id="11" creationId="{C6A28277-A7FE-B9F7-858E-9914C0182D52}"/>
          </ac:spMkLst>
        </pc:spChg>
        <pc:picChg chg="mod">
          <ac:chgData name="Gavin Weber" userId="+Nt5mOzqyJkN9zPYrNstmqpQgHQC3Y6LISfGwW0PGX0=" providerId="None" clId="Web-{34361A39-F237-4482-9320-CC3491D9195C}" dt="2026-03-27T00:28:21.094" v="12" actId="1076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34361A39-F237-4482-9320-CC3491D9195C}" dt="2026-03-27T00:28:29.594" v="14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Morgan Weyland" userId="k3mhHPYLB0kIvJt5WIzCs7SWPinsGNSnK2CCt6zZ+UQ=" providerId="None" clId="Web-{16831BDC-28EC-4F00-A0BA-7D3A5365B251}"/>
    <pc:docChg chg="mod addSld modSld">
      <pc:chgData name="Morgan Weyland" userId="k3mhHPYLB0kIvJt5WIzCs7SWPinsGNSnK2CCt6zZ+UQ=" providerId="None" clId="Web-{16831BDC-28EC-4F00-A0BA-7D3A5365B251}" dt="2026-03-20T18:17:33.697" v="378" actId="20577"/>
      <pc:docMkLst>
        <pc:docMk/>
      </pc:docMkLst>
      <pc:sldChg chg="modSp">
        <pc:chgData name="Morgan Weyland" userId="k3mhHPYLB0kIvJt5WIzCs7SWPinsGNSnK2CCt6zZ+UQ=" providerId="None" clId="Web-{16831BDC-28EC-4F00-A0BA-7D3A5365B251}" dt="2026-03-20T16:59:20.842" v="22" actId="20577"/>
        <pc:sldMkLst>
          <pc:docMk/>
          <pc:sldMk cId="306206675" sldId="256"/>
        </pc:sldMkLst>
      </pc:sldChg>
      <pc:sldChg chg="new">
        <pc:chgData name="Morgan Weyland" userId="k3mhHPYLB0kIvJt5WIzCs7SWPinsGNSnK2CCt6zZ+UQ=" providerId="None" clId="Web-{16831BDC-28EC-4F00-A0BA-7D3A5365B251}" dt="2026-03-20T17:00:12.219" v="24"/>
        <pc:sldMkLst>
          <pc:docMk/>
          <pc:sldMk cId="1870042675" sldId="258"/>
        </pc:sldMkLst>
      </pc:sldChg>
      <pc:sldChg chg="modSp new">
        <pc:chgData name="Morgan Weyland" userId="k3mhHPYLB0kIvJt5WIzCs7SWPinsGNSnK2CCt6zZ+UQ=" providerId="None" clId="Web-{16831BDC-28EC-4F00-A0BA-7D3A5365B251}" dt="2026-03-20T18:17:33.697" v="378" actId="20577"/>
        <pc:sldMkLst>
          <pc:docMk/>
          <pc:sldMk cId="3561884919" sldId="260"/>
        </pc:sldMkLst>
        <pc:spChg chg="mod">
          <ac:chgData name="Morgan Weyland" userId="k3mhHPYLB0kIvJt5WIzCs7SWPinsGNSnK2CCt6zZ+UQ=" providerId="None" clId="Web-{16831BDC-28EC-4F00-A0BA-7D3A5365B251}" dt="2026-03-20T18:17:33.697" v="378" actId="20577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Gavin Weber" userId="+Nt5mOzqyJkN9zPYrNstmqpQgHQC3Y6LISfGwW0PGX0=" providerId="None" clId="Web-{5388127B-BBD4-474E-89BF-7141023A74A8}"/>
    <pc:docChg chg="modSld">
      <pc:chgData name="Gavin Weber" userId="+Nt5mOzqyJkN9zPYrNstmqpQgHQC3Y6LISfGwW0PGX0=" providerId="None" clId="Web-{5388127B-BBD4-474E-89BF-7141023A74A8}" dt="2026-03-26T22:50:06.583" v="88" actId="1076"/>
      <pc:docMkLst>
        <pc:docMk/>
      </pc:docMkLst>
      <pc:sldChg chg="modSp">
        <pc:chgData name="Gavin Weber" userId="+Nt5mOzqyJkN9zPYrNstmqpQgHQC3Y6LISfGwW0PGX0=" providerId="None" clId="Web-{5388127B-BBD4-474E-89BF-7141023A74A8}" dt="2026-03-26T22:43:48.981" v="74" actId="20577"/>
        <pc:sldMkLst>
          <pc:docMk/>
          <pc:sldMk cId="3561884919" sldId="260"/>
        </pc:sldMkLst>
        <pc:spChg chg="mod">
          <ac:chgData name="Gavin Weber" userId="+Nt5mOzqyJkN9zPYrNstmqpQgHQC3Y6LISfGwW0PGX0=" providerId="None" clId="Web-{5388127B-BBD4-474E-89BF-7141023A74A8}" dt="2026-03-26T22:43:48.981" v="74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">
        <pc:chgData name="Gavin Weber" userId="+Nt5mOzqyJkN9zPYrNstmqpQgHQC3Y6LISfGwW0PGX0=" providerId="None" clId="Web-{5388127B-BBD4-474E-89BF-7141023A74A8}" dt="2026-03-26T22:50:06.583" v="88" actId="1076"/>
        <pc:sldMkLst>
          <pc:docMk/>
          <pc:sldMk cId="2157096902" sldId="262"/>
        </pc:sldMkLst>
        <pc:spChg chg="add mod">
          <ac:chgData name="Gavin Weber" userId="+Nt5mOzqyJkN9zPYrNstmqpQgHQC3Y6LISfGwW0PGX0=" providerId="None" clId="Web-{5388127B-BBD4-474E-89BF-7141023A74A8}" dt="2026-03-26T22:42:59.745" v="65" actId="1076"/>
          <ac:spMkLst>
            <pc:docMk/>
            <pc:sldMk cId="2157096902" sldId="262"/>
            <ac:spMk id="3" creationId="{CD3F2A17-D0B2-A41F-3289-BAB3386A9643}"/>
          </ac:spMkLst>
        </pc:spChg>
      </pc:sldChg>
    </pc:docChg>
  </pc:docChgLst>
  <pc:docChgLst>
    <pc:chgData name="Morgan Weyland" userId="k3mhHPYLB0kIvJt5WIzCs7SWPinsGNSnK2CCt6zZ+UQ=" providerId="None" clId="Web-{8AEF72CA-2E66-4C01-8DC2-92545A59C73F}"/>
    <pc:docChg chg="addSld delSld modSld">
      <pc:chgData name="Morgan Weyland" userId="k3mhHPYLB0kIvJt5WIzCs7SWPinsGNSnK2CCt6zZ+UQ=" providerId="None" clId="Web-{8AEF72CA-2E66-4C01-8DC2-92545A59C73F}" dt="2026-03-27T00:38:08.398" v="2502" actId="1076"/>
      <pc:docMkLst>
        <pc:docMk/>
      </pc:docMkLst>
      <pc:sldChg chg="addSp delSp modSp">
        <pc:chgData name="Morgan Weyland" userId="k3mhHPYLB0kIvJt5WIzCs7SWPinsGNSnK2CCt6zZ+UQ=" providerId="None" clId="Web-{8AEF72CA-2E66-4C01-8DC2-92545A59C73F}" dt="2026-03-27T00:38:08.398" v="2502" actId="1076"/>
        <pc:sldMkLst>
          <pc:docMk/>
          <pc:sldMk cId="306206675" sldId="256"/>
        </pc:sldMkLst>
        <pc:spChg chg="mod">
          <ac:chgData name="Morgan Weyland" userId="k3mhHPYLB0kIvJt5WIzCs7SWPinsGNSnK2CCt6zZ+UQ=" providerId="None" clId="Web-{8AEF72CA-2E66-4C01-8DC2-92545A59C73F}" dt="2026-03-27T00:38:05.773" v="2501" actId="1076"/>
          <ac:spMkLst>
            <pc:docMk/>
            <pc:sldMk cId="306206675" sldId="256"/>
            <ac:spMk id="2" creationId="{577DE8E9-0D57-724A-17D9-F5EDFEC6A893}"/>
          </ac:spMkLst>
        </pc:spChg>
        <pc:spChg chg="mod">
          <ac:chgData name="Morgan Weyland" userId="k3mhHPYLB0kIvJt5WIzCs7SWPinsGNSnK2CCt6zZ+UQ=" providerId="None" clId="Web-{8AEF72CA-2E66-4C01-8DC2-92545A59C73F}" dt="2026-03-27T00:38:08.398" v="2502" actId="1076"/>
          <ac:spMkLst>
            <pc:docMk/>
            <pc:sldMk cId="306206675" sldId="256"/>
            <ac:spMk id="4" creationId="{A282E63F-C272-63F2-6C2B-DBE3F3538787}"/>
          </ac:spMkLst>
        </pc:spChg>
      </pc:sldChg>
      <pc:sldChg chg="addSp delSp modSp">
        <pc:chgData name="Morgan Weyland" userId="k3mhHPYLB0kIvJt5WIzCs7SWPinsGNSnK2CCt6zZ+UQ=" providerId="None" clId="Web-{8AEF72CA-2E66-4C01-8DC2-92545A59C73F}" dt="2026-03-27T00:20:08.615" v="2146" actId="1076"/>
        <pc:sldMkLst>
          <pc:docMk/>
          <pc:sldMk cId="1870042675" sldId="258"/>
        </pc:sldMkLst>
        <pc:spChg chg="mod">
          <ac:chgData name="Morgan Weyland" userId="k3mhHPYLB0kIvJt5WIzCs7SWPinsGNSnK2CCt6zZ+UQ=" providerId="None" clId="Web-{8AEF72CA-2E66-4C01-8DC2-92545A59C73F}" dt="2026-03-27T00:20:08.615" v="2146" actId="1076"/>
          <ac:spMkLst>
            <pc:docMk/>
            <pc:sldMk cId="1870042675" sldId="258"/>
            <ac:spMk id="2" creationId="{765CEDE6-800C-09A5-610C-BF31C1F50B8A}"/>
          </ac:spMkLst>
        </pc:spChg>
        <pc:spChg chg="mod">
          <ac:chgData name="Morgan Weyland" userId="k3mhHPYLB0kIvJt5WIzCs7SWPinsGNSnK2CCt6zZ+UQ=" providerId="None" clId="Web-{8AEF72CA-2E66-4C01-8DC2-92545A59C73F}" dt="2026-03-27T00:13:36.483" v="2076" actId="20577"/>
          <ac:spMkLst>
            <pc:docMk/>
            <pc:sldMk cId="1870042675" sldId="258"/>
            <ac:spMk id="5" creationId="{A7861463-9FC9-F362-61DB-B4861C7C338A}"/>
          </ac:spMkLst>
        </pc:spChg>
        <pc:spChg chg="mod">
          <ac:chgData name="Morgan Weyland" userId="k3mhHPYLB0kIvJt5WIzCs7SWPinsGNSnK2CCt6zZ+UQ=" providerId="None" clId="Web-{8AEF72CA-2E66-4C01-8DC2-92545A59C73F}" dt="2026-03-27T00:16:20.503" v="2096" actId="20577"/>
          <ac:spMkLst>
            <pc:docMk/>
            <pc:sldMk cId="1870042675" sldId="258"/>
            <ac:spMk id="11" creationId="{12ABD854-CEE8-E0FD-5A59-88E8E90A2593}"/>
          </ac:spMkLst>
        </pc:spChg>
        <pc:picChg chg="mod">
          <ac:chgData name="Morgan Weyland" userId="k3mhHPYLB0kIvJt5WIzCs7SWPinsGNSnK2CCt6zZ+UQ=" providerId="None" clId="Web-{8AEF72CA-2E66-4C01-8DC2-92545A59C73F}" dt="2026-03-27T00:11:43.029" v="2059" actId="1076"/>
          <ac:picMkLst>
            <pc:docMk/>
            <pc:sldMk cId="1870042675" sldId="258"/>
            <ac:picMk id="7" creationId="{E02B032E-4DE8-2389-1E5A-2895BBD9C7F4}"/>
          </ac:picMkLst>
        </pc:picChg>
        <pc:picChg chg="mod modCrop">
          <ac:chgData name="Morgan Weyland" userId="k3mhHPYLB0kIvJt5WIzCs7SWPinsGNSnK2CCt6zZ+UQ=" providerId="None" clId="Web-{8AEF72CA-2E66-4C01-8DC2-92545A59C73F}" dt="2026-03-27T00:15:58.609" v="2094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delSp modSp">
        <pc:chgData name="Morgan Weyland" userId="k3mhHPYLB0kIvJt5WIzCs7SWPinsGNSnK2CCt6zZ+UQ=" providerId="None" clId="Web-{8AEF72CA-2E66-4C01-8DC2-92545A59C73F}" dt="2026-03-27T00:32:19.646" v="2479" actId="14100"/>
        <pc:sldMkLst>
          <pc:docMk/>
          <pc:sldMk cId="3561884919" sldId="260"/>
        </pc:sldMkLst>
        <pc:spChg chg="mod">
          <ac:chgData name="Morgan Weyland" userId="k3mhHPYLB0kIvJt5WIzCs7SWPinsGNSnK2CCt6zZ+UQ=" providerId="None" clId="Web-{8AEF72CA-2E66-4C01-8DC2-92545A59C73F}" dt="2026-03-27T00:32:19.646" v="2479" actId="14100"/>
          <ac:spMkLst>
            <pc:docMk/>
            <pc:sldMk cId="3561884919" sldId="260"/>
            <ac:spMk id="2" creationId="{A9FFCA8F-F51B-28E4-AD62-BAC0D3CAABF6}"/>
          </ac:spMkLst>
        </pc:spChg>
        <pc:spChg chg="mod">
          <ac:chgData name="Morgan Weyland" userId="k3mhHPYLB0kIvJt5WIzCs7SWPinsGNSnK2CCt6zZ+UQ=" providerId="None" clId="Web-{8AEF72CA-2E66-4C01-8DC2-92545A59C73F}" dt="2026-03-27T00:32:16.271" v="2478" actId="14100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 new">
        <pc:chgData name="Morgan Weyland" userId="k3mhHPYLB0kIvJt5WIzCs7SWPinsGNSnK2CCt6zZ+UQ=" providerId="None" clId="Web-{8AEF72CA-2E66-4C01-8DC2-92545A59C73F}" dt="2026-03-27T00:18:38.203" v="2139" actId="20577"/>
        <pc:sldMkLst>
          <pc:docMk/>
          <pc:sldMk cId="3608731259" sldId="261"/>
        </pc:sldMkLst>
        <pc:spChg chg="mod">
          <ac:chgData name="Morgan Weyland" userId="k3mhHPYLB0kIvJt5WIzCs7SWPinsGNSnK2CCt6zZ+UQ=" providerId="None" clId="Web-{8AEF72CA-2E66-4C01-8DC2-92545A59C73F}" dt="2026-03-26T22:57:26.514" v="940" actId="1076"/>
          <ac:spMkLst>
            <pc:docMk/>
            <pc:sldMk cId="3608731259" sldId="261"/>
            <ac:spMk id="2" creationId="{0A9552B6-2260-ADD1-EB60-1D0C62B214E8}"/>
          </ac:spMkLst>
        </pc:spChg>
        <pc:spChg chg="mod">
          <ac:chgData name="Morgan Weyland" userId="k3mhHPYLB0kIvJt5WIzCs7SWPinsGNSnK2CCt6zZ+UQ=" providerId="None" clId="Web-{8AEF72CA-2E66-4C01-8DC2-92545A59C73F}" dt="2026-03-27T00:18:38.203" v="2139" actId="20577"/>
          <ac:spMkLst>
            <pc:docMk/>
            <pc:sldMk cId="3608731259" sldId="261"/>
            <ac:spMk id="3" creationId="{C570EE55-2713-B68D-0D91-3EB677B9C581}"/>
          </ac:spMkLst>
        </pc:spChg>
        <pc:spChg chg="add mod">
          <ac:chgData name="Morgan Weyland" userId="k3mhHPYLB0kIvJt5WIzCs7SWPinsGNSnK2CCt6zZ+UQ=" providerId="None" clId="Web-{8AEF72CA-2E66-4C01-8DC2-92545A59C73F}" dt="2026-03-26T22:59:50.476" v="1013" actId="1076"/>
          <ac:spMkLst>
            <pc:docMk/>
            <pc:sldMk cId="3608731259" sldId="261"/>
            <ac:spMk id="4" creationId="{0A120DB8-0472-2CA7-5476-1C1386EE6B06}"/>
          </ac:spMkLst>
        </pc:spChg>
        <pc:spChg chg="add mod">
          <ac:chgData name="Morgan Weyland" userId="k3mhHPYLB0kIvJt5WIzCs7SWPinsGNSnK2CCt6zZ+UQ=" providerId="None" clId="Web-{8AEF72CA-2E66-4C01-8DC2-92545A59C73F}" dt="2026-03-26T23:19:27.418" v="1312" actId="20577"/>
          <ac:spMkLst>
            <pc:docMk/>
            <pc:sldMk cId="3608731259" sldId="261"/>
            <ac:spMk id="6" creationId="{EE7E2915-DB3D-A808-F106-B4C0BE80B823}"/>
          </ac:spMkLst>
        </pc:spChg>
      </pc:sldChg>
      <pc:sldChg chg="addSp delSp modSp">
        <pc:chgData name="Morgan Weyland" userId="k3mhHPYLB0kIvJt5WIzCs7SWPinsGNSnK2CCt6zZ+UQ=" providerId="None" clId="Web-{8AEF72CA-2E66-4C01-8DC2-92545A59C73F}" dt="2026-03-27T00:35:07.359" v="2480" actId="1076"/>
        <pc:sldMkLst>
          <pc:docMk/>
          <pc:sldMk cId="2157096902" sldId="262"/>
        </pc:sldMkLst>
        <pc:spChg chg="mod">
          <ac:chgData name="Morgan Weyland" userId="k3mhHPYLB0kIvJt5WIzCs7SWPinsGNSnK2CCt6zZ+UQ=" providerId="None" clId="Web-{8AEF72CA-2E66-4C01-8DC2-92545A59C73F}" dt="2026-03-27T00:23:01.856" v="2307" actId="20577"/>
          <ac:spMkLst>
            <pc:docMk/>
            <pc:sldMk cId="2157096902" sldId="262"/>
            <ac:spMk id="2" creationId="{1F09F16B-3529-F984-4452-6A0C9CE779B7}"/>
          </ac:spMkLst>
        </pc:spChg>
        <pc:spChg chg="mod">
          <ac:chgData name="Morgan Weyland" userId="k3mhHPYLB0kIvJt5WIzCs7SWPinsGNSnK2CCt6zZ+UQ=" providerId="None" clId="Web-{8AEF72CA-2E66-4C01-8DC2-92545A59C73F}" dt="2026-03-27T00:35:07.359" v="2480" actId="1076"/>
          <ac:spMkLst>
            <pc:docMk/>
            <pc:sldMk cId="2157096902" sldId="262"/>
            <ac:spMk id="3" creationId="{CD3F2A17-D0B2-A41F-3289-BAB3386A9643}"/>
          </ac:spMkLst>
        </pc:spChg>
        <pc:spChg chg="add mod">
          <ac:chgData name="Morgan Weyland" userId="k3mhHPYLB0kIvJt5WIzCs7SWPinsGNSnK2CCt6zZ+UQ=" providerId="None" clId="Web-{8AEF72CA-2E66-4C01-8DC2-92545A59C73F}" dt="2026-03-27T00:29:43.972" v="2450" actId="14100"/>
          <ac:spMkLst>
            <pc:docMk/>
            <pc:sldMk cId="2157096902" sldId="262"/>
            <ac:spMk id="11" creationId="{C6A28277-A7FE-B9F7-858E-9914C0182D52}"/>
          </ac:spMkLst>
        </pc:spChg>
        <pc:picChg chg="mod">
          <ac:chgData name="Morgan Weyland" userId="k3mhHPYLB0kIvJt5WIzCs7SWPinsGNSnK2CCt6zZ+UQ=" providerId="None" clId="Web-{8AEF72CA-2E66-4C01-8DC2-92545A59C73F}" dt="2026-03-27T00:29:47.004" v="2451" actId="1076"/>
          <ac:picMkLst>
            <pc:docMk/>
            <pc:sldMk cId="2157096902" sldId="262"/>
            <ac:picMk id="4" creationId="{A6275064-9498-ECA7-B01C-AA948E172893}"/>
          </ac:picMkLst>
        </pc:picChg>
        <pc:picChg chg="add mod modCrop">
          <ac:chgData name="Morgan Weyland" userId="k3mhHPYLB0kIvJt5WIzCs7SWPinsGNSnK2CCt6zZ+UQ=" providerId="None" clId="Web-{8AEF72CA-2E66-4C01-8DC2-92545A59C73F}" dt="2026-03-27T00:30:46.848" v="2467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Evan Esplin" userId="iDxHoP9LHooGJMLGBP8iJC1qgKlXE7PPeNkq8w/5mgk=" providerId="None" clId="Web-{A7BF8ADA-5BA9-4048-9662-0BD2A9E47DA5}"/>
    <pc:docChg chg="addSld sldOrd">
      <pc:chgData name="Evan Esplin" userId="iDxHoP9LHooGJMLGBP8iJC1qgKlXE7PPeNkq8w/5mgk=" providerId="None" clId="Web-{A7BF8ADA-5BA9-4048-9662-0BD2A9E47DA5}" dt="2026-03-31T22:19:53.786" v="1"/>
      <pc:docMkLst>
        <pc:docMk/>
      </pc:docMkLst>
      <pc:sldChg chg="new ord">
        <pc:chgData name="Evan Esplin" userId="iDxHoP9LHooGJMLGBP8iJC1qgKlXE7PPeNkq8w/5mgk=" providerId="None" clId="Web-{A7BF8ADA-5BA9-4048-9662-0BD2A9E47DA5}" dt="2026-03-31T22:19:53.786" v="1"/>
        <pc:sldMkLst>
          <pc:docMk/>
          <pc:sldMk cId="3589545681" sldId="263"/>
        </pc:sldMkLst>
      </pc:sldChg>
    </pc:docChg>
  </pc:docChgLst>
  <pc:docChgLst>
    <pc:chgData name="Evan Esplin" userId="iDxHoP9LHooGJMLGBP8iJC1qgKlXE7PPeNkq8w/5mgk=" providerId="None" clId="Web-{2D1F5461-6F70-49AC-A4C0-1A09038CCC6B}"/>
    <pc:docChg chg="modSld">
      <pc:chgData name="Evan Esplin" userId="iDxHoP9LHooGJMLGBP8iJC1qgKlXE7PPeNkq8w/5mgk=" providerId="None" clId="Web-{2D1F5461-6F70-49AC-A4C0-1A09038CCC6B}" dt="2026-03-28T20:20:52.526" v="6" actId="1076"/>
      <pc:docMkLst>
        <pc:docMk/>
      </pc:docMkLst>
      <pc:sldChg chg="modSp">
        <pc:chgData name="Evan Esplin" userId="iDxHoP9LHooGJMLGBP8iJC1qgKlXE7PPeNkq8w/5mgk=" providerId="None" clId="Web-{2D1F5461-6F70-49AC-A4C0-1A09038CCC6B}" dt="2026-03-28T20:14:16.506" v="5" actId="14100"/>
        <pc:sldMkLst>
          <pc:docMk/>
          <pc:sldMk cId="306206675" sldId="256"/>
        </pc:sldMkLst>
        <pc:spChg chg="mod">
          <ac:chgData name="Evan Esplin" userId="iDxHoP9LHooGJMLGBP8iJC1qgKlXE7PPeNkq8w/5mgk=" providerId="None" clId="Web-{2D1F5461-6F70-49AC-A4C0-1A09038CCC6B}" dt="2026-03-28T20:14:16.506" v="5" actId="14100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Evan Esplin" userId="iDxHoP9LHooGJMLGBP8iJC1qgKlXE7PPeNkq8w/5mgk=" providerId="None" clId="Web-{2D1F5461-6F70-49AC-A4C0-1A09038CCC6B}" dt="2026-03-28T20:20:52.526" v="6" actId="1076"/>
        <pc:sldMkLst>
          <pc:docMk/>
          <pc:sldMk cId="2157096902" sldId="262"/>
        </pc:sldMkLst>
        <pc:picChg chg="mod">
          <ac:chgData name="Evan Esplin" userId="iDxHoP9LHooGJMLGBP8iJC1qgKlXE7PPeNkq8w/5mgk=" providerId="None" clId="Web-{2D1F5461-6F70-49AC-A4C0-1A09038CCC6B}" dt="2026-03-28T20:20:52.526" v="6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Gavin Weber" userId="+Nt5mOzqyJkN9zPYrNstmqpQgHQC3Y6LISfGwW0PGX0=" providerId="None" clId="Web-{92E1F4BC-0D6D-469A-8E8D-A136678428DA}"/>
    <pc:docChg chg="modSld">
      <pc:chgData name="Gavin Weber" userId="+Nt5mOzqyJkN9zPYrNstmqpQgHQC3Y6LISfGwW0PGX0=" providerId="None" clId="Web-{92E1F4BC-0D6D-469A-8E8D-A136678428DA}" dt="2026-03-27T00:11:00.706" v="487" actId="1076"/>
      <pc:docMkLst>
        <pc:docMk/>
      </pc:docMkLst>
      <pc:sldChg chg="addSp delSp modSp">
        <pc:chgData name="Gavin Weber" userId="+Nt5mOzqyJkN9zPYrNstmqpQgHQC3Y6LISfGwW0PGX0=" providerId="None" clId="Web-{92E1F4BC-0D6D-469A-8E8D-A136678428DA}" dt="2026-03-27T00:11:00.706" v="487" actId="1076"/>
        <pc:sldMkLst>
          <pc:docMk/>
          <pc:sldMk cId="1870042675" sldId="258"/>
        </pc:sldMkLst>
        <pc:spChg chg="mod">
          <ac:chgData name="Gavin Weber" userId="+Nt5mOzqyJkN9zPYrNstmqpQgHQC3Y6LISfGwW0PGX0=" providerId="None" clId="Web-{92E1F4BC-0D6D-469A-8E8D-A136678428DA}" dt="2026-03-27T00:11:00.706" v="487" actId="1076"/>
          <ac:spMkLst>
            <pc:docMk/>
            <pc:sldMk cId="1870042675" sldId="258"/>
            <ac:spMk id="2" creationId="{765CEDE6-800C-09A5-610C-BF31C1F50B8A}"/>
          </ac:spMkLst>
        </pc:spChg>
        <pc:spChg chg="mod">
          <ac:chgData name="Gavin Weber" userId="+Nt5mOzqyJkN9zPYrNstmqpQgHQC3Y6LISfGwW0PGX0=" providerId="None" clId="Web-{92E1F4BC-0D6D-469A-8E8D-A136678428DA}" dt="2026-03-26T23:57:01.148" v="282" actId="1076"/>
          <ac:spMkLst>
            <pc:docMk/>
            <pc:sldMk cId="1870042675" sldId="258"/>
            <ac:spMk id="5" creationId="{A7861463-9FC9-F362-61DB-B4861C7C338A}"/>
          </ac:spMkLst>
        </pc:spChg>
        <pc:spChg chg="add mod">
          <ac:chgData name="Gavin Weber" userId="+Nt5mOzqyJkN9zPYrNstmqpQgHQC3Y6LISfGwW0PGX0=" providerId="None" clId="Web-{92E1F4BC-0D6D-469A-8E8D-A136678428DA}" dt="2026-03-27T00:09:36.326" v="486" actId="1076"/>
          <ac:spMkLst>
            <pc:docMk/>
            <pc:sldMk cId="1870042675" sldId="258"/>
            <ac:spMk id="11" creationId="{12ABD854-CEE8-E0FD-5A59-88E8E90A2593}"/>
          </ac:spMkLst>
        </pc:spChg>
        <pc:picChg chg="mod">
          <ac:chgData name="Gavin Weber" userId="+Nt5mOzqyJkN9zPYrNstmqpQgHQC3Y6LISfGwW0PGX0=" providerId="None" clId="Web-{92E1F4BC-0D6D-469A-8E8D-A136678428DA}" dt="2026-03-26T23:49:15.968" v="109" actId="14100"/>
          <ac:picMkLst>
            <pc:docMk/>
            <pc:sldMk cId="1870042675" sldId="258"/>
            <ac:picMk id="7" creationId="{E02B032E-4DE8-2389-1E5A-2895BBD9C7F4}"/>
          </ac:picMkLst>
        </pc:picChg>
        <pc:picChg chg="mod">
          <ac:chgData name="Gavin Weber" userId="+Nt5mOzqyJkN9zPYrNstmqpQgHQC3Y6LISfGwW0PGX0=" providerId="None" clId="Web-{92E1F4BC-0D6D-469A-8E8D-A136678428DA}" dt="2026-03-26T23:50:53.595" v="128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addSp delSp modSp">
        <pc:chgData name="Gavin Weber" userId="+Nt5mOzqyJkN9zPYrNstmqpQgHQC3Y6LISfGwW0PGX0=" providerId="None" clId="Web-{92E1F4BC-0D6D-469A-8E8D-A136678428DA}" dt="2026-03-26T23:36:22.349" v="25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92E1F4BC-0D6D-469A-8E8D-A136678428DA}" dt="2026-03-26T23:36:22.349" v="25" actId="1076"/>
          <ac:spMkLst>
            <pc:docMk/>
            <pc:sldMk cId="2157096902" sldId="262"/>
            <ac:spMk id="3" creationId="{CD3F2A17-D0B2-A41F-3289-BAB3386A9643}"/>
          </ac:spMkLst>
        </pc:spChg>
        <pc:picChg chg="mod">
          <ac:chgData name="Gavin Weber" userId="+Nt5mOzqyJkN9zPYrNstmqpQgHQC3Y6LISfGwW0PGX0=" providerId="None" clId="Web-{92E1F4BC-0D6D-469A-8E8D-A136678428DA}" dt="2026-03-26T23:35:31.516" v="17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92E1F4BC-0D6D-469A-8E8D-A136678428DA}" dt="2026-03-26T23:36:16.568" v="24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</pc:chgInfo>
</file>

<file path=ppt/comments/modernComment_100_124057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1BB01E-0BD5-4967-84B2-6F4441DF8979}" authorId="{FFB1AF2F-43B9-2985-91A0-7D6EF6B83DA7}" created="2026-03-20T17:00:28.548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Slide 1: States the problem you have been given.</a:t>
        </a:r>
      </a:p>
    </p188:txBody>
  </p188:cm>
  <p188:cm id="{10B0AC06-C2CC-41D9-8C42-39DC711EF31E}" authorId="{FFB1AF2F-43B9-2985-91A0-7D6EF6B83DA7}" created="2026-03-20T17:04:55.448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leadership wants a clearer, data-based story about (i) where reporting concentrates, (ii) where confirmed issues concentrate, and (iii) what City Council district characteristics tend to move with both. </a:t>
        </a:r>
      </a:p>
    </p188:txBody>
  </p188:cm>
  <p188:cm id="{27D6B786-EEEE-4FAB-8094-40099AB43617}" authorId="{FFB1AF2F-43B9-2985-91A0-7D6EF6B83DA7}" created="2026-03-20T17:16:34.822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compare “where people report” to “where inspections appear to find actionable 
conditions.” </a:t>
        </a:r>
      </a:p>
    </p188:txBody>
  </p188:cm>
  <p188:cm id="{67304367-DB87-4D92-A537-93B0C98599A5}" authorId="{FFB1AF2F-43B9-2985-91A0-7D6EF6B83DA7}" created="2026-03-20T17:17:26.543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don’t write anything that reads like “District X has rats because of demographic variable Y.” </a:t>
        </a:r>
      </a:p>
    </p188:txBody>
  </p188:cm>
</p188:cmLst>
</file>

<file path=ppt/comments/modernComment_102_6F7696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62732D-939E-40BF-9F1C-DCC148F95B49}" authorId="{FFB1AF2F-43B9-2985-91A0-7D6EF6B83DA7}" created="2026-03-20T17:00:59.706">
    <pc:sldMkLst xmlns:pc="http://schemas.microsoft.com/office/powerpoint/2013/main/command">
      <pc:docMk/>
      <pc:sldMk cId="1870042675" sldId="258"/>
    </pc:sldMkLst>
    <p188:txBody>
      <a:bodyPr/>
      <a:lstStyle/>
      <a:p>
        <a:r>
          <a:rPr lang="en-US"/>
          <a:t>Slide 3: Describes the modeling and/or summarizing efforts that were taken, along
with useful figures or relevant model results.</a:t>
        </a:r>
      </a:p>
    </p188:txBody>
  </p188:cm>
</p188:cmLst>
</file>

<file path=ppt/comments/modernComment_104_D44E0C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EA9453-9DC4-453D-A56E-66AE3A27DFC5}" authorId="{FFB1AF2F-43B9-2985-91A0-7D6EF6B83DA7}" created="2026-03-20T17:01:27.550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Slide 5: Includes a summary and conclusions that directly relate to the problem you
have been given.</a:t>
        </a:r>
      </a:p>
    </p188:txBody>
  </p188:cm>
  <p188:cm id="{AF43E440-F123-4CA6-A5A1-5CFA6355EC3B}" authorId="{FFB1AF2F-43B9-2985-91A0-7D6EF6B83DA7}" created="2026-03-20T17:35:04.649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findings/conclusions (actions for them to take) 
1. asian population, households ssi, and renter occupied are the 3 best indicators 2. transportation and multi family (big apt buildings) have the most call and confirmed reporting-- so, focus on rental and apartment buildings
total and percentage calls, where do they come from? actual buildings is big family apts.</a:t>
        </a:r>
      </a:p>
    </p188:txBody>
  </p188:cm>
  <p188:cm id="{6A664114-6D70-424A-8F34-249664E13D2C}" authorId="{FFB1AF2F-43B9-2985-91A0-7D6EF6B83DA7}" created="2026-03-20T17:41:50.677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watch out for stigma (neighborhood public messaging), machine for concentrating inspection/violation penalties, a variable secretly being correlated with race or disadvantage </a:t>
        </a:r>
      </a:p>
    </p188:txBody>
  </p188:cm>
</p188:cmLst>
</file>

<file path=ppt/comments/modernComment_105_D718DE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0CB386-24E7-44CE-AC31-9231DB823812}" authorId="{FFB1AF2F-43B9-2985-91A0-7D6EF6B83DA7}" created="2026-03-26T22:58:24.483">
    <pc:sldMkLst xmlns:pc="http://schemas.microsoft.com/office/powerpoint/2013/main/command">
      <pc:docMk/>
      <pc:sldMk cId="3608731259" sldId="261"/>
    </pc:sldMkLst>
    <p188:txBody>
      <a:bodyPr/>
      <a:lstStyle/>
      <a:p>
        <a:r>
          <a:rPr lang="en-US"/>
          <a:t>Slide 2: Describes the data you use and its appropriateness for answering the
questions.</a:t>
        </a:r>
      </a:p>
    </p188:txBody>
  </p188:cm>
  <p188:cm id="{8068E6BB-3A85-470D-8D5F-58D6F9564703}" authorId="{FFB1AF2F-43B9-2985-91A0-7D6EF6B83DA7}" created="2026-03-27T00:17:06.3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8731259" sldId="261"/>
      <ac:spMk id="3" creationId="{C570EE55-2713-B68D-0D91-3EB677B9C581}"/>
    </ac:deMkLst>
    <p188:txBody>
      <a:bodyPr/>
      <a:lstStyle/>
      <a:p>
        <a:r>
          <a:rPr lang="en-US"/>
          <a:t>define reporting rate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A3DF-114E-63F5-139C-7B6E2B170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6D21F-ACA9-5BDD-0B39-64848F517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73CF-18D5-D501-43C0-6785810D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EE5-065D-2ACA-BCBB-595112C4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2475E-B6E6-570F-2B4B-7C126B92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7D30-82EB-2438-5D83-6641C716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743E-ED34-9CED-AEB3-8EE99B70E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7FBFD-A20E-1FD5-8194-23A802A0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9C0A-9291-8F64-49FE-A6406DEE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6B1C-1D67-B332-B5B8-44363DDB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6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F7AA-6835-C743-3C28-8CE21AF2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A68BF-F377-719D-9B81-0F8889F30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969E-D98E-19C9-DD8F-5FF0B0CE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2B391-D006-D1D6-249D-B1750537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CDE80-CEBB-9039-ABA6-E7F8DB96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6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191F-347D-AA2A-13EA-89C43C47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20FF-732F-A660-4B99-DF9907FE0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DE789-E455-834D-349E-4FE192F4A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E5835-3A27-23D0-7513-822509CB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082A8-64FA-F575-A51B-AE465C2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0FCDA-918F-4C1E-3152-5B302AF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6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AAE2-423D-27D6-F278-EA17C7C6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35884-EB05-A00F-7A77-482AE769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980E0-FC14-C879-1D3B-C91D1D7AE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1ABF1-CA4B-040B-A53B-BBD6398BB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B7C89-D9CC-5832-ABF1-38234BA37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82610-33AD-3126-B16A-EA026585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722DC-1FF7-22F7-F715-4CB55C19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0E8F4-66E0-E415-2E51-B1AC6CE8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846-1AA0-E447-5698-BCD20BF3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495F6-FB13-6414-8BE1-A9E1466F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71770-7248-26BE-F941-B87A6096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72398-1705-8240-7D31-93752D28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6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220A7-D845-DFEC-280A-46AE934E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2142D-C2A1-AD66-936A-D65FAFF7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42A81-6D26-BC54-2DB7-F4D3F826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0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CFC7-CD48-7413-A6BD-EC17BE1B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7B13-11F4-C054-7677-5548F0135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DE54C-E808-B349-B223-F5D25B2CC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396E-1E58-82E7-A01D-4F761386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2955A-B54C-079A-0B23-68D2A6F0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838F9-F677-4856-2D50-3F58DC3B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1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7B3-DB2A-C008-C6EC-4B654389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D75A0-DC82-586D-6708-7309F5086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04905-C2F9-84D7-BEE6-FF2828FA9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95E69-B80E-6A4D-DBD0-12747623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79876-4695-4569-3607-C3828E1D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F3EFF-1493-DEB2-79D8-D1BCB67D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9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EF61-1DF2-A62A-D267-B2EB2BE3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60C3F-3088-546D-EEB4-A776CC8C9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18B33-3E88-C9C5-7B45-8E086EA2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E9B0-432E-630F-95BC-B982331D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E81E-5C0E-FB84-3B39-2D694E14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C2EA5-2462-AE72-34A6-9A0BEB2D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33BA6-F8DE-B164-6A6D-CBE2DAADE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1EAF-FB58-F070-FA82-BD40A1F2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4CEF-AA09-4E5E-70D1-B579257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1E9B-7559-62CD-5F51-F95591C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4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34CA4-28C4-3F5F-4DDB-4BB1F383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CADD-4997-AF3C-5FAE-63A146D9C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94CC-944E-DB71-0D3C-A2F4FACE8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26B4F-B537-49C2-B75B-8800283D75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CD49A-E8F9-26AB-BA57-50CD6B03E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380D-6074-2175-8A57-F6A79E846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124057D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D718DE7B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2_6F7696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D44E0CF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14C08D-A789-0ADA-FA0A-FDA5CA7966D9}"/>
              </a:ext>
            </a:extLst>
          </p:cNvPr>
          <p:cNvSpPr/>
          <p:nvPr/>
        </p:nvSpPr>
        <p:spPr>
          <a:xfrm>
            <a:off x="-341539" y="3424390"/>
            <a:ext cx="12876244" cy="30207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3109D-2A8B-7799-E015-276733B7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946150"/>
            <a:ext cx="10515600" cy="1325563"/>
          </a:xfrm>
        </p:spPr>
        <p:txBody>
          <a:bodyPr/>
          <a:lstStyle/>
          <a:p>
            <a:pPr algn="ctr"/>
            <a:r>
              <a:rPr lang="en-US"/>
              <a:t>Rodent Issues in New York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898C-F5AD-BCCF-FA38-CE84B099E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4692650"/>
            <a:ext cx="10744200" cy="922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54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F44445-1914-DF54-DA20-4DBF5AA3C2E0}"/>
              </a:ext>
            </a:extLst>
          </p:cNvPr>
          <p:cNvSpPr/>
          <p:nvPr/>
        </p:nvSpPr>
        <p:spPr>
          <a:xfrm>
            <a:off x="-143436" y="-35860"/>
            <a:ext cx="12478870" cy="2653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DE8E9-0D57-724A-17D9-F5EDFEC6A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827" y="479927"/>
            <a:ext cx="11811000" cy="16167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What characteristics of a City Council district are associated with higher rodent reporting rates and higher rodent confirmed issue rates?</a:t>
            </a:r>
            <a:endParaRPr lang="en-US" sz="3600" b="1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2E63F-C272-63F2-6C2B-DBE3F3538787}"/>
              </a:ext>
            </a:extLst>
          </p:cNvPr>
          <p:cNvSpPr txBox="1"/>
          <p:nvPr/>
        </p:nvSpPr>
        <p:spPr>
          <a:xfrm>
            <a:off x="-3338" y="3287429"/>
            <a:ext cx="12211184" cy="23408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5400" b="1"/>
              <a:t>Higher rodent issue rates are associated with the lower-middle class and multi-family apartments.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6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52B6-2260-ADD1-EB60-1D0C62B2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165100"/>
            <a:ext cx="10515600" cy="1325563"/>
          </a:xfrm>
        </p:spPr>
        <p:txBody>
          <a:bodyPr/>
          <a:lstStyle/>
          <a:p>
            <a:r>
              <a:rPr lang="en-US"/>
              <a:t>Our Datasets</a:t>
            </a:r>
            <a:br>
              <a:rPr lang="en-US"/>
            </a:b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</a:rPr>
              <a:t>Where did our data come from?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EE55-2713-B68D-0D91-3EB677B9C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501775"/>
            <a:ext cx="4317600" cy="52181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/>
              <a:t>1. 311 Rodent Calls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</a:rPr>
              <a:t>Confirmed Issue Methodology :</a:t>
            </a:r>
            <a:endParaRPr lang="en-US" sz="1400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Confirmed: </a:t>
            </a:r>
            <a:r>
              <a:rPr lang="en-US" sz="1400" err="1">
                <a:solidFill>
                  <a:srgbClr val="000000"/>
                </a:solidFill>
              </a:rPr>
              <a:t>DoH</a:t>
            </a:r>
            <a:r>
              <a:rPr lang="en-US" sz="1400">
                <a:solidFill>
                  <a:srgbClr val="000000"/>
                </a:solidFill>
              </a:rPr>
              <a:t> found violations and will follow up, minor violations found, violations identified, owner is responsible, investigation performed</a:t>
            </a: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Not Confirmed: </a:t>
            </a:r>
            <a:r>
              <a:rPr lang="en-US" sz="1400">
                <a:solidFill>
                  <a:srgbClr val="000000"/>
                </a:solidFill>
              </a:rPr>
              <a:t>Passed Inspection, no Determination, inaccessible site, duplicate complaint </a:t>
            </a: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NA (</a:t>
            </a:r>
            <a:r>
              <a:rPr lang="en-US" sz="1400">
                <a:solidFill>
                  <a:srgbClr val="000000"/>
                </a:solidFill>
              </a:rPr>
              <a:t>These could all lead to possible error in the data): Could not locate address, referred to another agency/Not in jurisdiction, no further updates, could not inspect </a:t>
            </a:r>
            <a:endParaRPr lang="en-US" sz="140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/>
              <a:t>*This dataset only accounts for reported problems. It may not completely represent all rodent problems if people don't report them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/>
              <a:t>We used this to calculate reported and confirmed rodent rates by percent per thousand people.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20DB8-0472-2CA7-5476-1C1386EE6B06}"/>
              </a:ext>
            </a:extLst>
          </p:cNvPr>
          <p:cNvSpPr txBox="1"/>
          <p:nvPr/>
        </p:nvSpPr>
        <p:spPr>
          <a:xfrm>
            <a:off x="4961982" y="1493457"/>
            <a:ext cx="33720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>
                <a:latin typeface="Aptos"/>
                <a:ea typeface="Arial"/>
                <a:cs typeface="Arial"/>
              </a:rPr>
              <a:t>2. City Council District Context</a:t>
            </a:r>
            <a:endParaRPr lang="en-US"/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  <a:latin typeface="Aptos"/>
                <a:ea typeface="Arial"/>
                <a:cs typeface="Arial"/>
              </a:rPr>
              <a:t>Info on NYC demographic variables sorted by district</a:t>
            </a:r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>
                <a:latin typeface="Aptos"/>
                <a:ea typeface="Arial"/>
                <a:cs typeface="Arial"/>
              </a:rPr>
              <a:t>Includes: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Income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Education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Ethnicity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Etc.</a:t>
            </a:r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>
                <a:cs typeface="Arial"/>
              </a:rPr>
              <a:t>We were able to combine this data with the 311 Rodent Calls data to see how the rodent reports and confirmations vary by district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E2915-DB3D-A808-F106-B4C0BE80B823}"/>
              </a:ext>
            </a:extLst>
          </p:cNvPr>
          <p:cNvSpPr txBox="1"/>
          <p:nvPr/>
        </p:nvSpPr>
        <p:spPr>
          <a:xfrm>
            <a:off x="8345025" y="1499925"/>
            <a:ext cx="3362400" cy="2775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75"/>
              </a:lnSpc>
            </a:pPr>
            <a:r>
              <a:rPr lang="en-US" sz="2300">
                <a:latin typeface="Aptos"/>
                <a:ea typeface="Segoe UI"/>
                <a:cs typeface="Segoe UI"/>
              </a:rPr>
              <a:t>3. PLUTO</a:t>
            </a:r>
          </a:p>
          <a:p>
            <a:pPr>
              <a:lnSpc>
                <a:spcPts val="2175"/>
              </a:lnSpc>
            </a:pPr>
            <a:endParaRPr lang="en-US" sz="1500">
              <a:latin typeface="Aptos"/>
              <a:ea typeface="Segoe UI"/>
              <a:cs typeface="Segoe UI"/>
            </a:endParaRPr>
          </a:p>
          <a:p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</a:rPr>
              <a:t>The Primary Land Use Tax Lot Output Dataset, publicly available</a:t>
            </a:r>
          </a:p>
          <a:p>
            <a:pPr>
              <a:lnSpc>
                <a:spcPts val="1425"/>
              </a:lnSpc>
            </a:pPr>
            <a:endParaRPr lang="en-US" sz="1400"/>
          </a:p>
          <a:p>
            <a:r>
              <a:rPr lang="en-US" sz="1400"/>
              <a:t>Includes: 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Tax lot data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Land use/zoning data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Geospatial data</a:t>
            </a:r>
          </a:p>
          <a:p>
            <a:pPr marL="285750" indent="-285750">
              <a:buFont typeface="Calibri,Sans-Serif"/>
              <a:buChar char="-"/>
            </a:pPr>
            <a:endParaRPr lang="en-US" sz="1400"/>
          </a:p>
          <a:p>
            <a:r>
              <a:rPr lang="en-US" sz="1400"/>
              <a:t>We used this to find which building type count has the most problems.</a:t>
            </a:r>
          </a:p>
        </p:txBody>
      </p:sp>
    </p:spTree>
    <p:extLst>
      <p:ext uri="{BB962C8B-B14F-4D97-AF65-F5344CB8AC3E}">
        <p14:creationId xmlns:p14="http://schemas.microsoft.com/office/powerpoint/2010/main" val="3608731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EDE6-800C-09A5-610C-BF31C1F5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44" y="129358"/>
            <a:ext cx="6097502" cy="747074"/>
          </a:xfrm>
        </p:spPr>
        <p:txBody>
          <a:bodyPr>
            <a:normAutofit/>
          </a:bodyPr>
          <a:lstStyle/>
          <a:p>
            <a:r>
              <a:rPr lang="en-US"/>
              <a:t>Renter Occupied Units</a:t>
            </a:r>
          </a:p>
        </p:txBody>
      </p:sp>
      <p:pic>
        <p:nvPicPr>
          <p:cNvPr id="7" name="Content Placeholder 6" descr="A graph of a number of renters&#10;&#10;AI-generated content may be incorrect.">
            <a:extLst>
              <a:ext uri="{FF2B5EF4-FFF2-40B4-BE49-F238E27FC236}">
                <a16:creationId xmlns:a16="http://schemas.microsoft.com/office/drawing/2014/main" id="{E02B032E-4DE8-2389-1E5A-2895BBD9C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163" y="2128829"/>
            <a:ext cx="5592243" cy="4240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312EA-8F0A-71C7-2C10-F829EC5315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04"/>
          <a:stretch>
            <a:fillRect/>
          </a:stretch>
        </p:blipFill>
        <p:spPr>
          <a:xfrm>
            <a:off x="6265214" y="130875"/>
            <a:ext cx="4888183" cy="4739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61463-9FC9-F362-61DB-B4861C7C338A}"/>
              </a:ext>
            </a:extLst>
          </p:cNvPr>
          <p:cNvSpPr txBox="1"/>
          <p:nvPr/>
        </p:nvSpPr>
        <p:spPr>
          <a:xfrm>
            <a:off x="172216" y="769944"/>
            <a:ext cx="5608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Multi-Family Walk-Ups are the primary drivers of confirmed issues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Positive correlation between ROU &amp; Confirmed Issue Rate (Spearman's Rank Correlation, p &lt; .001)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BD854-CEE8-E0FD-5A59-88E8E90A2593}"/>
              </a:ext>
            </a:extLst>
          </p:cNvPr>
          <p:cNvSpPr txBox="1"/>
          <p:nvPr/>
        </p:nvSpPr>
        <p:spPr>
          <a:xfrm>
            <a:off x="6099089" y="4869241"/>
            <a:ext cx="5783989" cy="17543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Top Confirmation Rates in ROU Upper quartile: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36 – 2.67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34 – 2.41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9 - 2.07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22 – 1.97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17 – 1.72</a:t>
            </a:r>
          </a:p>
        </p:txBody>
      </p:sp>
    </p:spTree>
    <p:extLst>
      <p:ext uri="{BB962C8B-B14F-4D97-AF65-F5344CB8AC3E}">
        <p14:creationId xmlns:p14="http://schemas.microsoft.com/office/powerpoint/2010/main" val="1870042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F16B-3529-F984-4452-6A0C9CE7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80" y="170737"/>
            <a:ext cx="10515600" cy="664645"/>
          </a:xfrm>
        </p:spPr>
        <p:txBody>
          <a:bodyPr>
            <a:normAutofit fontScale="90000"/>
          </a:bodyPr>
          <a:lstStyle/>
          <a:p>
            <a:r>
              <a:rPr lang="en-US"/>
              <a:t>Supplemental Security Income</a:t>
            </a:r>
          </a:p>
        </p:txBody>
      </p:sp>
      <p:pic>
        <p:nvPicPr>
          <p:cNvPr id="8" name="Picture 7" descr="A map of different colored squares&#10;&#10;AI-generated content may be incorrect.">
            <a:extLst>
              <a:ext uri="{FF2B5EF4-FFF2-40B4-BE49-F238E27FC236}">
                <a16:creationId xmlns:a16="http://schemas.microsoft.com/office/drawing/2014/main" id="{1AA81F4E-FED6-5160-18F0-E55B11CEB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72" t="-600" r="17655" b="-205"/>
          <a:stretch>
            <a:fillRect/>
          </a:stretch>
        </p:blipFill>
        <p:spPr>
          <a:xfrm>
            <a:off x="6529426" y="1639824"/>
            <a:ext cx="5412968" cy="4317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275064-9498-ECA7-B01C-AA948E17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5" y="1758881"/>
            <a:ext cx="5499292" cy="4086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F2A17-D0B2-A41F-3289-BAB3386A9643}"/>
              </a:ext>
            </a:extLst>
          </p:cNvPr>
          <p:cNvSpPr txBox="1"/>
          <p:nvPr/>
        </p:nvSpPr>
        <p:spPr>
          <a:xfrm>
            <a:off x="6745845" y="2080561"/>
            <a:ext cx="2156050" cy="1600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Top Confirmation Rates </a:t>
            </a:r>
            <a:endParaRPr lang="en-US" sz="1400"/>
          </a:p>
          <a:p>
            <a:r>
              <a:rPr lang="en-US" sz="1400" b="1"/>
              <a:t>in the SSI middle range: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District 36: </a:t>
            </a:r>
            <a:r>
              <a:rPr lang="en-US" sz="1400">
                <a:ea typeface="+mn-lt"/>
                <a:cs typeface="+mn-lt"/>
              </a:rPr>
              <a:t>2.67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</a:t>
            </a:r>
            <a:r>
              <a:rPr lang="en-US" sz="1400"/>
              <a:t> 34: </a:t>
            </a:r>
            <a:r>
              <a:rPr lang="en-US" sz="1400">
                <a:ea typeface="+mn-lt"/>
                <a:cs typeface="+mn-lt"/>
              </a:rPr>
              <a:t>2.41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 9: 2.07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 11: 2.02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</a:t>
            </a:r>
            <a:r>
              <a:rPr lang="en-US" sz="1400"/>
              <a:t> 7: </a:t>
            </a:r>
            <a:r>
              <a:rPr lang="en-US" sz="1400">
                <a:ea typeface="+mn-lt"/>
                <a:cs typeface="+mn-lt"/>
              </a:rPr>
              <a:t>1.93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28277-A7FE-B9F7-858E-9914C0182D52}"/>
              </a:ext>
            </a:extLst>
          </p:cNvPr>
          <p:cNvSpPr txBox="1"/>
          <p:nvPr/>
        </p:nvSpPr>
        <p:spPr>
          <a:xfrm>
            <a:off x="170234" y="834956"/>
            <a:ext cx="116812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Reported and confirmed rates spiked in districts where between 6-11% of residents receive SSI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This rate is associated with the lower-middle class, who are more prone to renting 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CA8F-F51B-28E4-AD62-BAC0D3CA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788"/>
          </a:xfrm>
        </p:spPr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A8CF-1E8D-87E8-CA48-7E0778367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115"/>
            <a:ext cx="10515600" cy="496481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districts with</a:t>
            </a:r>
            <a:r>
              <a:rPr lang="en-US" sz="2000" b="1" dirty="0"/>
              <a:t> 6-11% receiving SSI</a:t>
            </a:r>
            <a:r>
              <a:rPr lang="en-US" sz="2000" dirty="0"/>
              <a:t> and a </a:t>
            </a:r>
            <a:r>
              <a:rPr lang="en-US" sz="2000" b="1" dirty="0"/>
              <a:t>higher percentage of renters</a:t>
            </a:r>
            <a:r>
              <a:rPr lang="en-US" sz="2000" dirty="0"/>
              <a:t> have higher rodent issue rates.</a:t>
            </a: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/>
              <a:t>Potential actions: 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 b="1"/>
              <a:t>Send exterminators</a:t>
            </a:r>
            <a:r>
              <a:rPr lang="en-US" sz="2000"/>
              <a:t> to the apartments in these districts (Short term solution)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 b="1"/>
              <a:t>Educating tenants and apartment owners </a:t>
            </a:r>
            <a:r>
              <a:rPr lang="en-US" sz="2000"/>
              <a:t>on cleanliness, 311, rat prevention (Long term solution).</a:t>
            </a:r>
            <a:endParaRPr lang="en-US"/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/>
              <a:t>Create/enforce </a:t>
            </a:r>
            <a:r>
              <a:rPr lang="en-US" sz="2000" b="1"/>
              <a:t>stricter laws/rules</a:t>
            </a:r>
            <a:r>
              <a:rPr lang="en-US" sz="2000"/>
              <a:t> on tenant stay. 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/>
              <a:t>When people apply for SSI, include educational prevention and elimination strategies on the page, and a link to extermination and prevention resources.</a:t>
            </a:r>
          </a:p>
          <a:p>
            <a:pPr>
              <a:lnSpc>
                <a:spcPct val="150000"/>
              </a:lnSpc>
            </a:pPr>
            <a:r>
              <a:rPr lang="en-US" sz="2000"/>
              <a:t>Districts </a:t>
            </a:r>
            <a:r>
              <a:rPr lang="en-US" sz="2000" b="1"/>
              <a:t>36, 34 and 9</a:t>
            </a:r>
            <a:r>
              <a:rPr lang="en-US" sz="2000"/>
              <a:t> have high confirmation rates and appear in both the SSI and high renter percentage groups. We suggest you start your efforts there.</a:t>
            </a:r>
          </a:p>
        </p:txBody>
      </p:sp>
    </p:spTree>
    <p:extLst>
      <p:ext uri="{BB962C8B-B14F-4D97-AF65-F5344CB8AC3E}">
        <p14:creationId xmlns:p14="http://schemas.microsoft.com/office/powerpoint/2010/main" val="35618849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Calibri,Sans-Serif</vt:lpstr>
      <vt:lpstr>Aptos</vt:lpstr>
      <vt:lpstr>Aptos Display</vt:lpstr>
      <vt:lpstr>Arial</vt:lpstr>
      <vt:lpstr>Calibri</vt:lpstr>
      <vt:lpstr>Office Theme</vt:lpstr>
      <vt:lpstr>Rodent Issues in New York City</vt:lpstr>
      <vt:lpstr>What characteristics of a City Council district are associated with higher rodent reporting rates and higher rodent confirmed issue rates?</vt:lpstr>
      <vt:lpstr>Our Datasets Where did our data come from?</vt:lpstr>
      <vt:lpstr>Renter Occupied Units</vt:lpstr>
      <vt:lpstr>Supplemental Security Income</vt:lpstr>
      <vt:lpstr>Solution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Gavin Weber</dc:creator>
  <cp:lastModifiedBy>Zach Jorgensen</cp:lastModifiedBy>
  <cp:revision>4</cp:revision>
  <dcterms:created xsi:type="dcterms:W3CDTF">2026-03-20T16:56:10Z</dcterms:created>
  <dcterms:modified xsi:type="dcterms:W3CDTF">2026-10-13T21:23:48Z</dcterms:modified>
</cp:coreProperties>
</file>